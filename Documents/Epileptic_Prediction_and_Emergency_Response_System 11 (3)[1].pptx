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8"/>
  </p:notesMasterIdLst>
  <p:sldIdLst>
    <p:sldId id="256" r:id="rId2"/>
    <p:sldId id="257" r:id="rId3"/>
    <p:sldId id="258" r:id="rId4"/>
    <p:sldId id="259" r:id="rId5"/>
    <p:sldId id="278" r:id="rId6"/>
    <p:sldId id="260" r:id="rId7"/>
    <p:sldId id="261" r:id="rId8"/>
    <p:sldId id="271" r:id="rId9"/>
    <p:sldId id="262" r:id="rId10"/>
    <p:sldId id="272" r:id="rId11"/>
    <p:sldId id="274" r:id="rId12"/>
    <p:sldId id="264" r:id="rId13"/>
    <p:sldId id="265" r:id="rId14"/>
    <p:sldId id="266" r:id="rId15"/>
    <p:sldId id="275" r:id="rId16"/>
    <p:sldId id="277" r:id="rId17"/>
    <p:sldId id="276" r:id="rId18"/>
    <p:sldId id="281" r:id="rId19"/>
    <p:sldId id="279" r:id="rId20"/>
    <p:sldId id="282" r:id="rId21"/>
    <p:sldId id="280" r:id="rId22"/>
    <p:sldId id="267" r:id="rId23"/>
    <p:sldId id="268" r:id="rId24"/>
    <p:sldId id="273" r:id="rId25"/>
    <p:sldId id="270" r:id="rId26"/>
    <p:sldId id="269" r:id="rId2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6904C36-17B8-4AEB-834A-8B75A71844E8}">
  <a:tblStyle styleId="{A6904C36-17B8-4AEB-834A-8B75A71844E8}"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071" autoAdjust="0"/>
    <p:restoredTop sz="94660"/>
  </p:normalViewPr>
  <p:slideViewPr>
    <p:cSldViewPr snapToGrid="0">
      <p:cViewPr varScale="1">
        <p:scale>
          <a:sx n="103" d="100"/>
          <a:sy n="103" d="100"/>
        </p:scale>
        <p:origin x="394" y="8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2eea1f42d7b_0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52" name="Google Shape;52;g2eea1f42d7b_0_83:notes"/>
          <p:cNvSpPr txBox="1">
            <a:spLocks noGrp="1"/>
          </p:cNvSpPr>
          <p:nvPr>
            <p:ph type="body" idx="1"/>
          </p:nvPr>
        </p:nvSpPr>
        <p:spPr>
          <a:xfrm>
            <a:off x="686097" y="4343702"/>
            <a:ext cx="5485800" cy="4113900"/>
          </a:xfrm>
          <a:prstGeom prst="rect">
            <a:avLst/>
          </a:prstGeom>
          <a:noFill/>
          <a:ln>
            <a:noFill/>
          </a:ln>
        </p:spPr>
        <p:txBody>
          <a:bodyPr spcFirstLastPara="1" wrap="square" lIns="91100" tIns="45550" rIns="91100" bIns="45550" anchor="t" anchorCtr="0">
            <a:noAutofit/>
          </a:bodyPr>
          <a:lstStyle/>
          <a:p>
            <a:pPr marL="0" lvl="0" indent="0" algn="l" rtl="0">
              <a:spcBef>
                <a:spcPts val="0"/>
              </a:spcBef>
              <a:spcAft>
                <a:spcPts val="0"/>
              </a:spcAft>
              <a:buNone/>
            </a:pPr>
            <a:endParaRPr/>
          </a:p>
        </p:txBody>
      </p:sp>
      <p:sp>
        <p:nvSpPr>
          <p:cNvPr id="53" name="Google Shape;53;g2eea1f42d7b_0_83:notes"/>
          <p:cNvSpPr txBox="1"/>
          <p:nvPr/>
        </p:nvSpPr>
        <p:spPr>
          <a:xfrm>
            <a:off x="3884414" y="8685892"/>
            <a:ext cx="2972100" cy="456600"/>
          </a:xfrm>
          <a:prstGeom prst="rect">
            <a:avLst/>
          </a:prstGeom>
          <a:noFill/>
          <a:ln>
            <a:noFill/>
          </a:ln>
        </p:spPr>
        <p:txBody>
          <a:bodyPr spcFirstLastPara="1" wrap="square" lIns="91100" tIns="45550" rIns="91100" bIns="4555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 sz="1200" b="0" i="0" u="none">
                <a:solidFill>
                  <a:srgbClr val="000000"/>
                </a:solidFill>
                <a:latin typeface="Arial"/>
                <a:ea typeface="Arial"/>
                <a:cs typeface="Arial"/>
                <a:sym typeface="Arial"/>
              </a:rPr>
              <a:t>1</a:t>
            </a:fld>
            <a:endParaRPr sz="13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2eea1f42d7b_0_169:notes"/>
          <p:cNvSpPr txBox="1">
            <a:spLocks noGrp="1"/>
          </p:cNvSpPr>
          <p:nvPr>
            <p:ph type="body" idx="1"/>
          </p:nvPr>
        </p:nvSpPr>
        <p:spPr>
          <a:xfrm>
            <a:off x="686097" y="4343702"/>
            <a:ext cx="5485800" cy="4113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3" name="Google Shape;63;g2eea1f42d7b_0_1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2eea1f42d7b_0_0:notes"/>
          <p:cNvSpPr txBox="1">
            <a:spLocks noGrp="1"/>
          </p:cNvSpPr>
          <p:nvPr>
            <p:ph type="body" idx="1"/>
          </p:nvPr>
        </p:nvSpPr>
        <p:spPr>
          <a:xfrm>
            <a:off x="686097" y="4343702"/>
            <a:ext cx="5485800" cy="4113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0" name="Google Shape;70;g2eea1f42d7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2eea1f42d7b_0_255:notes"/>
          <p:cNvSpPr txBox="1">
            <a:spLocks noGrp="1"/>
          </p:cNvSpPr>
          <p:nvPr>
            <p:ph type="body" idx="1"/>
          </p:nvPr>
        </p:nvSpPr>
        <p:spPr>
          <a:xfrm>
            <a:off x="686097" y="4343702"/>
            <a:ext cx="5485800" cy="4113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9" name="Google Shape;79;g2eea1f42d7b_0_2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2eea1f42d7b_0_255:notes"/>
          <p:cNvSpPr txBox="1">
            <a:spLocks noGrp="1"/>
          </p:cNvSpPr>
          <p:nvPr>
            <p:ph type="body" idx="1"/>
          </p:nvPr>
        </p:nvSpPr>
        <p:spPr>
          <a:xfrm>
            <a:off x="686097" y="4343702"/>
            <a:ext cx="5485800" cy="4113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9" name="Google Shape;79;g2eea1f42d7b_0_2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972600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2eea1f42d7b_0_339:notes"/>
          <p:cNvSpPr txBox="1">
            <a:spLocks noGrp="1"/>
          </p:cNvSpPr>
          <p:nvPr>
            <p:ph type="body" idx="1"/>
          </p:nvPr>
        </p:nvSpPr>
        <p:spPr>
          <a:xfrm>
            <a:off x="686097" y="4343702"/>
            <a:ext cx="5485800" cy="4113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2eea1f42d7b_0_3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2eea1f42d7b_0_507:notes"/>
          <p:cNvSpPr txBox="1">
            <a:spLocks noGrp="1"/>
          </p:cNvSpPr>
          <p:nvPr>
            <p:ph type="body" idx="1"/>
          </p:nvPr>
        </p:nvSpPr>
        <p:spPr>
          <a:xfrm>
            <a:off x="686097" y="4343702"/>
            <a:ext cx="5485800" cy="4113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7" name="Google Shape;97;g2eea1f42d7b_0_5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2eea1f42d7b_0_5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106" name="Google Shape;106;g2eea1f42d7b_0_593:notes"/>
          <p:cNvSpPr txBox="1">
            <a:spLocks noGrp="1"/>
          </p:cNvSpPr>
          <p:nvPr>
            <p:ph type="body" idx="1"/>
          </p:nvPr>
        </p:nvSpPr>
        <p:spPr>
          <a:xfrm>
            <a:off x="686097" y="4343702"/>
            <a:ext cx="5485800" cy="4113900"/>
          </a:xfrm>
          <a:prstGeom prst="rect">
            <a:avLst/>
          </a:prstGeom>
          <a:noFill/>
          <a:ln>
            <a:noFill/>
          </a:ln>
        </p:spPr>
        <p:txBody>
          <a:bodyPr spcFirstLastPara="1" wrap="square" lIns="91100" tIns="45550" rIns="91100" bIns="45550" anchor="t" anchorCtr="0">
            <a:noAutofit/>
          </a:bodyPr>
          <a:lstStyle/>
          <a:p>
            <a:pPr marL="0" lvl="0" indent="0" algn="l" rtl="0">
              <a:spcBef>
                <a:spcPts val="0"/>
              </a:spcBef>
              <a:spcAft>
                <a:spcPts val="0"/>
              </a:spcAft>
              <a:buNone/>
            </a:pPr>
            <a:endParaRPr/>
          </a:p>
        </p:txBody>
      </p:sp>
      <p:sp>
        <p:nvSpPr>
          <p:cNvPr id="107" name="Google Shape;107;g2eea1f42d7b_0_593:notes"/>
          <p:cNvSpPr txBox="1"/>
          <p:nvPr/>
        </p:nvSpPr>
        <p:spPr>
          <a:xfrm>
            <a:off x="3884414" y="8685892"/>
            <a:ext cx="2972100" cy="456600"/>
          </a:xfrm>
          <a:prstGeom prst="rect">
            <a:avLst/>
          </a:prstGeom>
          <a:noFill/>
          <a:ln>
            <a:noFill/>
          </a:ln>
        </p:spPr>
        <p:txBody>
          <a:bodyPr spcFirstLastPara="1" wrap="square" lIns="91100" tIns="45550" rIns="91100" bIns="4555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 sz="1200" b="0" i="0" u="none">
                <a:solidFill>
                  <a:srgbClr val="000000"/>
                </a:solidFill>
                <a:latin typeface="Arial"/>
                <a:ea typeface="Arial"/>
                <a:cs typeface="Arial"/>
                <a:sym typeface="Arial"/>
              </a:rPr>
              <a:t>8</a:t>
            </a:fld>
            <a:endParaRPr sz="1300"/>
          </a:p>
        </p:txBody>
      </p:sp>
    </p:spTree>
    <p:extLst>
      <p:ext uri="{BB962C8B-B14F-4D97-AF65-F5344CB8AC3E}">
        <p14:creationId xmlns:p14="http://schemas.microsoft.com/office/powerpoint/2010/main" val="19243446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2eea1f42d7b_0_5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106" name="Google Shape;106;g2eea1f42d7b_0_593:notes"/>
          <p:cNvSpPr txBox="1">
            <a:spLocks noGrp="1"/>
          </p:cNvSpPr>
          <p:nvPr>
            <p:ph type="body" idx="1"/>
          </p:nvPr>
        </p:nvSpPr>
        <p:spPr>
          <a:xfrm>
            <a:off x="686097" y="4343702"/>
            <a:ext cx="5485800" cy="4113900"/>
          </a:xfrm>
          <a:prstGeom prst="rect">
            <a:avLst/>
          </a:prstGeom>
          <a:noFill/>
          <a:ln>
            <a:noFill/>
          </a:ln>
        </p:spPr>
        <p:txBody>
          <a:bodyPr spcFirstLastPara="1" wrap="square" lIns="91100" tIns="45550" rIns="91100" bIns="45550" anchor="t" anchorCtr="0">
            <a:noAutofit/>
          </a:bodyPr>
          <a:lstStyle/>
          <a:p>
            <a:pPr marL="0" lvl="0" indent="0" algn="l" rtl="0">
              <a:spcBef>
                <a:spcPts val="0"/>
              </a:spcBef>
              <a:spcAft>
                <a:spcPts val="0"/>
              </a:spcAft>
              <a:buNone/>
            </a:pPr>
            <a:endParaRPr/>
          </a:p>
        </p:txBody>
      </p:sp>
      <p:sp>
        <p:nvSpPr>
          <p:cNvPr id="107" name="Google Shape;107;g2eea1f42d7b_0_593:notes"/>
          <p:cNvSpPr txBox="1"/>
          <p:nvPr/>
        </p:nvSpPr>
        <p:spPr>
          <a:xfrm>
            <a:off x="3884414" y="8685892"/>
            <a:ext cx="2972100" cy="456600"/>
          </a:xfrm>
          <a:prstGeom prst="rect">
            <a:avLst/>
          </a:prstGeom>
          <a:noFill/>
          <a:ln>
            <a:noFill/>
          </a:ln>
        </p:spPr>
        <p:txBody>
          <a:bodyPr spcFirstLastPara="1" wrap="square" lIns="91100" tIns="45550" rIns="91100" bIns="4555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 sz="1200" b="0" i="0" u="none">
                <a:solidFill>
                  <a:srgbClr val="000000"/>
                </a:solidFill>
                <a:latin typeface="Arial"/>
                <a:ea typeface="Arial"/>
                <a:cs typeface="Arial"/>
                <a:sym typeface="Arial"/>
              </a:rPr>
              <a:t>9</a:t>
            </a:fld>
            <a:endParaRPr sz="13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2eea1f42d7b_0_5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106" name="Google Shape;106;g2eea1f42d7b_0_593:notes"/>
          <p:cNvSpPr txBox="1">
            <a:spLocks noGrp="1"/>
          </p:cNvSpPr>
          <p:nvPr>
            <p:ph type="body" idx="1"/>
          </p:nvPr>
        </p:nvSpPr>
        <p:spPr>
          <a:xfrm>
            <a:off x="686097" y="4343702"/>
            <a:ext cx="5485800" cy="4113900"/>
          </a:xfrm>
          <a:prstGeom prst="rect">
            <a:avLst/>
          </a:prstGeom>
          <a:noFill/>
          <a:ln>
            <a:noFill/>
          </a:ln>
        </p:spPr>
        <p:txBody>
          <a:bodyPr spcFirstLastPara="1" wrap="square" lIns="91100" tIns="45550" rIns="91100" bIns="45550" anchor="t" anchorCtr="0">
            <a:noAutofit/>
          </a:bodyPr>
          <a:lstStyle/>
          <a:p>
            <a:pPr marL="0" lvl="0" indent="0" algn="l" rtl="0">
              <a:spcBef>
                <a:spcPts val="0"/>
              </a:spcBef>
              <a:spcAft>
                <a:spcPts val="0"/>
              </a:spcAft>
              <a:buNone/>
            </a:pPr>
            <a:endParaRPr/>
          </a:p>
        </p:txBody>
      </p:sp>
      <p:sp>
        <p:nvSpPr>
          <p:cNvPr id="107" name="Google Shape;107;g2eea1f42d7b_0_593:notes"/>
          <p:cNvSpPr txBox="1"/>
          <p:nvPr/>
        </p:nvSpPr>
        <p:spPr>
          <a:xfrm>
            <a:off x="3884414" y="8685892"/>
            <a:ext cx="2972100" cy="456600"/>
          </a:xfrm>
          <a:prstGeom prst="rect">
            <a:avLst/>
          </a:prstGeom>
          <a:noFill/>
          <a:ln>
            <a:noFill/>
          </a:ln>
        </p:spPr>
        <p:txBody>
          <a:bodyPr spcFirstLastPara="1" wrap="square" lIns="91100" tIns="45550" rIns="91100" bIns="4555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 sz="1200" b="0" i="0" u="none">
                <a:solidFill>
                  <a:srgbClr val="000000"/>
                </a:solidFill>
                <a:latin typeface="Arial"/>
                <a:ea typeface="Arial"/>
                <a:cs typeface="Arial"/>
                <a:sym typeface="Arial"/>
              </a:rPr>
              <a:t>10</a:t>
            </a:fld>
            <a:endParaRPr sz="1300"/>
          </a:p>
        </p:txBody>
      </p:sp>
    </p:spTree>
    <p:extLst>
      <p:ext uri="{BB962C8B-B14F-4D97-AF65-F5344CB8AC3E}">
        <p14:creationId xmlns:p14="http://schemas.microsoft.com/office/powerpoint/2010/main" val="36847369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2eea1f42d7b_0_7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128" name="Google Shape;128;g2eea1f42d7b_0_763:notes"/>
          <p:cNvSpPr txBox="1">
            <a:spLocks noGrp="1"/>
          </p:cNvSpPr>
          <p:nvPr>
            <p:ph type="body" idx="1"/>
          </p:nvPr>
        </p:nvSpPr>
        <p:spPr>
          <a:xfrm>
            <a:off x="686097" y="4343702"/>
            <a:ext cx="5485800" cy="4113900"/>
          </a:xfrm>
          <a:prstGeom prst="rect">
            <a:avLst/>
          </a:prstGeom>
          <a:noFill/>
          <a:ln>
            <a:noFill/>
          </a:ln>
        </p:spPr>
        <p:txBody>
          <a:bodyPr spcFirstLastPara="1" wrap="square" lIns="91100" tIns="45550" rIns="91100" bIns="45550" anchor="t" anchorCtr="0">
            <a:noAutofit/>
          </a:bodyPr>
          <a:lstStyle/>
          <a:p>
            <a:pPr marL="0" lvl="0" indent="0" algn="l" rtl="0">
              <a:spcBef>
                <a:spcPts val="0"/>
              </a:spcBef>
              <a:spcAft>
                <a:spcPts val="0"/>
              </a:spcAft>
              <a:buNone/>
            </a:pPr>
            <a:endParaRPr/>
          </a:p>
        </p:txBody>
      </p:sp>
      <p:sp>
        <p:nvSpPr>
          <p:cNvPr id="129" name="Google Shape;129;g2eea1f42d7b_0_763:notes"/>
          <p:cNvSpPr txBox="1"/>
          <p:nvPr/>
        </p:nvSpPr>
        <p:spPr>
          <a:xfrm>
            <a:off x="3884414" y="8685892"/>
            <a:ext cx="2972100" cy="456600"/>
          </a:xfrm>
          <a:prstGeom prst="rect">
            <a:avLst/>
          </a:prstGeom>
          <a:noFill/>
          <a:ln>
            <a:noFill/>
          </a:ln>
        </p:spPr>
        <p:txBody>
          <a:bodyPr spcFirstLastPara="1" wrap="square" lIns="91100" tIns="45550" rIns="91100" bIns="4555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 sz="1200" b="0" i="0" u="none">
                <a:solidFill>
                  <a:srgbClr val="000000"/>
                </a:solidFill>
                <a:latin typeface="Arial"/>
                <a:ea typeface="Arial"/>
                <a:cs typeface="Arial"/>
                <a:sym typeface="Arial"/>
              </a:rPr>
              <a:t>11</a:t>
            </a:fld>
            <a:endParaRPr sz="1300"/>
          </a:p>
        </p:txBody>
      </p:sp>
    </p:spTree>
    <p:extLst>
      <p:ext uri="{BB962C8B-B14F-4D97-AF65-F5344CB8AC3E}">
        <p14:creationId xmlns:p14="http://schemas.microsoft.com/office/powerpoint/2010/main" val="6240801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2eea1f42d7b_0_7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128" name="Google Shape;128;g2eea1f42d7b_0_763:notes"/>
          <p:cNvSpPr txBox="1">
            <a:spLocks noGrp="1"/>
          </p:cNvSpPr>
          <p:nvPr>
            <p:ph type="body" idx="1"/>
          </p:nvPr>
        </p:nvSpPr>
        <p:spPr>
          <a:xfrm>
            <a:off x="686097" y="4343702"/>
            <a:ext cx="5485800" cy="4113900"/>
          </a:xfrm>
          <a:prstGeom prst="rect">
            <a:avLst/>
          </a:prstGeom>
          <a:noFill/>
          <a:ln>
            <a:noFill/>
          </a:ln>
        </p:spPr>
        <p:txBody>
          <a:bodyPr spcFirstLastPara="1" wrap="square" lIns="91100" tIns="45550" rIns="91100" bIns="45550" anchor="t" anchorCtr="0">
            <a:noAutofit/>
          </a:bodyPr>
          <a:lstStyle/>
          <a:p>
            <a:pPr marL="0" lvl="0" indent="0" algn="l" rtl="0">
              <a:spcBef>
                <a:spcPts val="0"/>
              </a:spcBef>
              <a:spcAft>
                <a:spcPts val="0"/>
              </a:spcAft>
              <a:buNone/>
            </a:pPr>
            <a:endParaRPr/>
          </a:p>
        </p:txBody>
      </p:sp>
      <p:sp>
        <p:nvSpPr>
          <p:cNvPr id="129" name="Google Shape;129;g2eea1f42d7b_0_763:notes"/>
          <p:cNvSpPr txBox="1"/>
          <p:nvPr/>
        </p:nvSpPr>
        <p:spPr>
          <a:xfrm>
            <a:off x="3884414" y="8685892"/>
            <a:ext cx="2972100" cy="456600"/>
          </a:xfrm>
          <a:prstGeom prst="rect">
            <a:avLst/>
          </a:prstGeom>
          <a:noFill/>
          <a:ln>
            <a:noFill/>
          </a:ln>
        </p:spPr>
        <p:txBody>
          <a:bodyPr spcFirstLastPara="1" wrap="square" lIns="91100" tIns="45550" rIns="91100" bIns="4555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 sz="1200" b="0" i="0" u="none">
                <a:solidFill>
                  <a:srgbClr val="000000"/>
                </a:solidFill>
                <a:latin typeface="Arial"/>
                <a:ea typeface="Arial"/>
                <a:cs typeface="Arial"/>
                <a:sym typeface="Arial"/>
              </a:rPr>
              <a:t>12</a:t>
            </a:fld>
            <a:endParaRPr sz="13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2eea1f42d7b_0_8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138" name="Google Shape;138;g2eea1f42d7b_0_847:notes"/>
          <p:cNvSpPr txBox="1">
            <a:spLocks noGrp="1"/>
          </p:cNvSpPr>
          <p:nvPr>
            <p:ph type="body" idx="1"/>
          </p:nvPr>
        </p:nvSpPr>
        <p:spPr>
          <a:xfrm>
            <a:off x="686097" y="4343702"/>
            <a:ext cx="5485800" cy="4113900"/>
          </a:xfrm>
          <a:prstGeom prst="rect">
            <a:avLst/>
          </a:prstGeom>
          <a:noFill/>
          <a:ln>
            <a:noFill/>
          </a:ln>
        </p:spPr>
        <p:txBody>
          <a:bodyPr spcFirstLastPara="1" wrap="square" lIns="91100" tIns="45550" rIns="91100" bIns="45550" anchor="t" anchorCtr="0">
            <a:noAutofit/>
          </a:bodyPr>
          <a:lstStyle/>
          <a:p>
            <a:pPr marL="0" lvl="0" indent="0" algn="l" rtl="0">
              <a:spcBef>
                <a:spcPts val="0"/>
              </a:spcBef>
              <a:spcAft>
                <a:spcPts val="0"/>
              </a:spcAft>
              <a:buNone/>
            </a:pPr>
            <a:endParaRPr/>
          </a:p>
        </p:txBody>
      </p:sp>
      <p:sp>
        <p:nvSpPr>
          <p:cNvPr id="139" name="Google Shape;139;g2eea1f42d7b_0_847:notes"/>
          <p:cNvSpPr txBox="1"/>
          <p:nvPr/>
        </p:nvSpPr>
        <p:spPr>
          <a:xfrm>
            <a:off x="3884414" y="8685892"/>
            <a:ext cx="2972100" cy="456600"/>
          </a:xfrm>
          <a:prstGeom prst="rect">
            <a:avLst/>
          </a:prstGeom>
          <a:noFill/>
          <a:ln>
            <a:noFill/>
          </a:ln>
        </p:spPr>
        <p:txBody>
          <a:bodyPr spcFirstLastPara="1" wrap="square" lIns="91100" tIns="45550" rIns="91100" bIns="4555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 sz="1200" b="0" i="0" u="none">
                <a:solidFill>
                  <a:srgbClr val="000000"/>
                </a:solidFill>
                <a:latin typeface="Arial"/>
                <a:ea typeface="Arial"/>
                <a:cs typeface="Arial"/>
                <a:sym typeface="Arial"/>
              </a:rPr>
              <a:t>13</a:t>
            </a:fld>
            <a:endParaRPr sz="13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2eea1f42d7b_0_9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148" name="Google Shape;148;g2eea1f42d7b_0_932:notes"/>
          <p:cNvSpPr txBox="1">
            <a:spLocks noGrp="1"/>
          </p:cNvSpPr>
          <p:nvPr>
            <p:ph type="body" idx="1"/>
          </p:nvPr>
        </p:nvSpPr>
        <p:spPr>
          <a:xfrm>
            <a:off x="686097" y="4343702"/>
            <a:ext cx="5485800" cy="4113900"/>
          </a:xfrm>
          <a:prstGeom prst="rect">
            <a:avLst/>
          </a:prstGeom>
          <a:noFill/>
          <a:ln>
            <a:noFill/>
          </a:ln>
        </p:spPr>
        <p:txBody>
          <a:bodyPr spcFirstLastPara="1" wrap="square" lIns="91100" tIns="45550" rIns="91100" bIns="45550" anchor="t" anchorCtr="0">
            <a:noAutofit/>
          </a:bodyPr>
          <a:lstStyle/>
          <a:p>
            <a:pPr marL="0" lvl="0" indent="0" algn="l" rtl="0">
              <a:spcBef>
                <a:spcPts val="0"/>
              </a:spcBef>
              <a:spcAft>
                <a:spcPts val="0"/>
              </a:spcAft>
              <a:buNone/>
            </a:pPr>
            <a:endParaRPr/>
          </a:p>
        </p:txBody>
      </p:sp>
      <p:sp>
        <p:nvSpPr>
          <p:cNvPr id="149" name="Google Shape;149;g2eea1f42d7b_0_932:notes"/>
          <p:cNvSpPr txBox="1"/>
          <p:nvPr/>
        </p:nvSpPr>
        <p:spPr>
          <a:xfrm>
            <a:off x="3884414" y="8685892"/>
            <a:ext cx="2972100" cy="456600"/>
          </a:xfrm>
          <a:prstGeom prst="rect">
            <a:avLst/>
          </a:prstGeom>
          <a:noFill/>
          <a:ln>
            <a:noFill/>
          </a:ln>
        </p:spPr>
        <p:txBody>
          <a:bodyPr spcFirstLastPara="1" wrap="square" lIns="91100" tIns="45550" rIns="91100" bIns="4555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 sz="1200" b="0" i="0" u="none">
                <a:solidFill>
                  <a:srgbClr val="000000"/>
                </a:solidFill>
                <a:latin typeface="Arial"/>
                <a:ea typeface="Arial"/>
                <a:cs typeface="Arial"/>
                <a:sym typeface="Arial"/>
              </a:rPr>
              <a:t>14</a:t>
            </a:fld>
            <a:endParaRPr sz="13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2eea1f42d7b_0_9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148" name="Google Shape;148;g2eea1f42d7b_0_932:notes"/>
          <p:cNvSpPr txBox="1">
            <a:spLocks noGrp="1"/>
          </p:cNvSpPr>
          <p:nvPr>
            <p:ph type="body" idx="1"/>
          </p:nvPr>
        </p:nvSpPr>
        <p:spPr>
          <a:xfrm>
            <a:off x="686097" y="4343702"/>
            <a:ext cx="5485800" cy="4113900"/>
          </a:xfrm>
          <a:prstGeom prst="rect">
            <a:avLst/>
          </a:prstGeom>
          <a:noFill/>
          <a:ln>
            <a:noFill/>
          </a:ln>
        </p:spPr>
        <p:txBody>
          <a:bodyPr spcFirstLastPara="1" wrap="square" lIns="91100" tIns="45550" rIns="91100" bIns="45550" anchor="t" anchorCtr="0">
            <a:noAutofit/>
          </a:bodyPr>
          <a:lstStyle/>
          <a:p>
            <a:pPr marL="0" lvl="0" indent="0" algn="l" rtl="0">
              <a:spcBef>
                <a:spcPts val="0"/>
              </a:spcBef>
              <a:spcAft>
                <a:spcPts val="0"/>
              </a:spcAft>
              <a:buNone/>
            </a:pPr>
            <a:endParaRPr/>
          </a:p>
        </p:txBody>
      </p:sp>
      <p:sp>
        <p:nvSpPr>
          <p:cNvPr id="149" name="Google Shape;149;g2eea1f42d7b_0_932:notes"/>
          <p:cNvSpPr txBox="1"/>
          <p:nvPr/>
        </p:nvSpPr>
        <p:spPr>
          <a:xfrm>
            <a:off x="3884414" y="8685892"/>
            <a:ext cx="2972100" cy="456600"/>
          </a:xfrm>
          <a:prstGeom prst="rect">
            <a:avLst/>
          </a:prstGeom>
          <a:noFill/>
          <a:ln>
            <a:noFill/>
          </a:ln>
        </p:spPr>
        <p:txBody>
          <a:bodyPr spcFirstLastPara="1" wrap="square" lIns="91100" tIns="45550" rIns="91100" bIns="4555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 sz="1200" b="0" i="0" u="none">
                <a:solidFill>
                  <a:srgbClr val="000000"/>
                </a:solidFill>
                <a:latin typeface="Arial"/>
                <a:ea typeface="Arial"/>
                <a:cs typeface="Arial"/>
                <a:sym typeface="Arial"/>
              </a:rPr>
              <a:t>15</a:t>
            </a:fld>
            <a:endParaRPr sz="1300"/>
          </a:p>
        </p:txBody>
      </p:sp>
    </p:spTree>
    <p:extLst>
      <p:ext uri="{BB962C8B-B14F-4D97-AF65-F5344CB8AC3E}">
        <p14:creationId xmlns:p14="http://schemas.microsoft.com/office/powerpoint/2010/main" val="36462386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2eea1f42d7b_0_9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148" name="Google Shape;148;g2eea1f42d7b_0_932:notes"/>
          <p:cNvSpPr txBox="1">
            <a:spLocks noGrp="1"/>
          </p:cNvSpPr>
          <p:nvPr>
            <p:ph type="body" idx="1"/>
          </p:nvPr>
        </p:nvSpPr>
        <p:spPr>
          <a:xfrm>
            <a:off x="686097" y="4343702"/>
            <a:ext cx="5485800" cy="4113900"/>
          </a:xfrm>
          <a:prstGeom prst="rect">
            <a:avLst/>
          </a:prstGeom>
          <a:noFill/>
          <a:ln>
            <a:noFill/>
          </a:ln>
        </p:spPr>
        <p:txBody>
          <a:bodyPr spcFirstLastPara="1" wrap="square" lIns="91100" tIns="45550" rIns="91100" bIns="45550" anchor="t" anchorCtr="0">
            <a:noAutofit/>
          </a:bodyPr>
          <a:lstStyle/>
          <a:p>
            <a:pPr marL="0" lvl="0" indent="0" algn="l" rtl="0">
              <a:spcBef>
                <a:spcPts val="0"/>
              </a:spcBef>
              <a:spcAft>
                <a:spcPts val="0"/>
              </a:spcAft>
              <a:buNone/>
            </a:pPr>
            <a:endParaRPr/>
          </a:p>
        </p:txBody>
      </p:sp>
      <p:sp>
        <p:nvSpPr>
          <p:cNvPr id="149" name="Google Shape;149;g2eea1f42d7b_0_932:notes"/>
          <p:cNvSpPr txBox="1"/>
          <p:nvPr/>
        </p:nvSpPr>
        <p:spPr>
          <a:xfrm>
            <a:off x="3884414" y="8685892"/>
            <a:ext cx="2972100" cy="456600"/>
          </a:xfrm>
          <a:prstGeom prst="rect">
            <a:avLst/>
          </a:prstGeom>
          <a:noFill/>
          <a:ln>
            <a:noFill/>
          </a:ln>
        </p:spPr>
        <p:txBody>
          <a:bodyPr spcFirstLastPara="1" wrap="square" lIns="91100" tIns="45550" rIns="91100" bIns="4555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 sz="1200" b="0" i="0" u="none">
                <a:solidFill>
                  <a:srgbClr val="000000"/>
                </a:solidFill>
                <a:latin typeface="Arial"/>
                <a:ea typeface="Arial"/>
                <a:cs typeface="Arial"/>
                <a:sym typeface="Arial"/>
              </a:rPr>
              <a:t>16</a:t>
            </a:fld>
            <a:endParaRPr sz="1300"/>
          </a:p>
        </p:txBody>
      </p:sp>
    </p:spTree>
    <p:extLst>
      <p:ext uri="{BB962C8B-B14F-4D97-AF65-F5344CB8AC3E}">
        <p14:creationId xmlns:p14="http://schemas.microsoft.com/office/powerpoint/2010/main" val="37804283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2eea1f42d7b_0_9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148" name="Google Shape;148;g2eea1f42d7b_0_932:notes"/>
          <p:cNvSpPr txBox="1">
            <a:spLocks noGrp="1"/>
          </p:cNvSpPr>
          <p:nvPr>
            <p:ph type="body" idx="1"/>
          </p:nvPr>
        </p:nvSpPr>
        <p:spPr>
          <a:xfrm>
            <a:off x="686097" y="4343702"/>
            <a:ext cx="5485800" cy="4113900"/>
          </a:xfrm>
          <a:prstGeom prst="rect">
            <a:avLst/>
          </a:prstGeom>
          <a:noFill/>
          <a:ln>
            <a:noFill/>
          </a:ln>
        </p:spPr>
        <p:txBody>
          <a:bodyPr spcFirstLastPara="1" wrap="square" lIns="91100" tIns="45550" rIns="91100" bIns="45550" anchor="t" anchorCtr="0">
            <a:noAutofit/>
          </a:bodyPr>
          <a:lstStyle/>
          <a:p>
            <a:pPr marL="0" lvl="0" indent="0" algn="l" rtl="0">
              <a:spcBef>
                <a:spcPts val="0"/>
              </a:spcBef>
              <a:spcAft>
                <a:spcPts val="0"/>
              </a:spcAft>
              <a:buNone/>
            </a:pPr>
            <a:endParaRPr/>
          </a:p>
        </p:txBody>
      </p:sp>
      <p:sp>
        <p:nvSpPr>
          <p:cNvPr id="149" name="Google Shape;149;g2eea1f42d7b_0_932:notes"/>
          <p:cNvSpPr txBox="1"/>
          <p:nvPr/>
        </p:nvSpPr>
        <p:spPr>
          <a:xfrm>
            <a:off x="3884414" y="8685892"/>
            <a:ext cx="2972100" cy="456600"/>
          </a:xfrm>
          <a:prstGeom prst="rect">
            <a:avLst/>
          </a:prstGeom>
          <a:noFill/>
          <a:ln>
            <a:noFill/>
          </a:ln>
        </p:spPr>
        <p:txBody>
          <a:bodyPr spcFirstLastPara="1" wrap="square" lIns="91100" tIns="45550" rIns="91100" bIns="4555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 sz="1200" b="0" i="0" u="none">
                <a:solidFill>
                  <a:srgbClr val="000000"/>
                </a:solidFill>
                <a:latin typeface="Arial"/>
                <a:ea typeface="Arial"/>
                <a:cs typeface="Arial"/>
                <a:sym typeface="Arial"/>
              </a:rPr>
              <a:t>17</a:t>
            </a:fld>
            <a:endParaRPr sz="1300"/>
          </a:p>
        </p:txBody>
      </p:sp>
    </p:spTree>
    <p:extLst>
      <p:ext uri="{BB962C8B-B14F-4D97-AF65-F5344CB8AC3E}">
        <p14:creationId xmlns:p14="http://schemas.microsoft.com/office/powerpoint/2010/main" val="41424838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2eea1f42d7b_0_9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148" name="Google Shape;148;g2eea1f42d7b_0_932:notes"/>
          <p:cNvSpPr txBox="1">
            <a:spLocks noGrp="1"/>
          </p:cNvSpPr>
          <p:nvPr>
            <p:ph type="body" idx="1"/>
          </p:nvPr>
        </p:nvSpPr>
        <p:spPr>
          <a:xfrm>
            <a:off x="686097" y="4343702"/>
            <a:ext cx="5485800" cy="4113900"/>
          </a:xfrm>
          <a:prstGeom prst="rect">
            <a:avLst/>
          </a:prstGeom>
          <a:noFill/>
          <a:ln>
            <a:noFill/>
          </a:ln>
        </p:spPr>
        <p:txBody>
          <a:bodyPr spcFirstLastPara="1" wrap="square" lIns="91100" tIns="45550" rIns="91100" bIns="45550" anchor="t" anchorCtr="0">
            <a:noAutofit/>
          </a:bodyPr>
          <a:lstStyle/>
          <a:p>
            <a:pPr marL="0" lvl="0" indent="0" algn="l" rtl="0">
              <a:spcBef>
                <a:spcPts val="0"/>
              </a:spcBef>
              <a:spcAft>
                <a:spcPts val="0"/>
              </a:spcAft>
              <a:buNone/>
            </a:pPr>
            <a:endParaRPr/>
          </a:p>
        </p:txBody>
      </p:sp>
      <p:sp>
        <p:nvSpPr>
          <p:cNvPr id="149" name="Google Shape;149;g2eea1f42d7b_0_932:notes"/>
          <p:cNvSpPr txBox="1"/>
          <p:nvPr/>
        </p:nvSpPr>
        <p:spPr>
          <a:xfrm>
            <a:off x="3884414" y="8685892"/>
            <a:ext cx="2972100" cy="456600"/>
          </a:xfrm>
          <a:prstGeom prst="rect">
            <a:avLst/>
          </a:prstGeom>
          <a:noFill/>
          <a:ln>
            <a:noFill/>
          </a:ln>
        </p:spPr>
        <p:txBody>
          <a:bodyPr spcFirstLastPara="1" wrap="square" lIns="91100" tIns="45550" rIns="91100" bIns="4555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 sz="1200" b="0" i="0" u="none">
                <a:solidFill>
                  <a:srgbClr val="000000"/>
                </a:solidFill>
                <a:latin typeface="Arial"/>
                <a:ea typeface="Arial"/>
                <a:cs typeface="Arial"/>
                <a:sym typeface="Arial"/>
              </a:rPr>
              <a:t>18</a:t>
            </a:fld>
            <a:endParaRPr sz="1300"/>
          </a:p>
        </p:txBody>
      </p:sp>
    </p:spTree>
    <p:extLst>
      <p:ext uri="{BB962C8B-B14F-4D97-AF65-F5344CB8AC3E}">
        <p14:creationId xmlns:p14="http://schemas.microsoft.com/office/powerpoint/2010/main" val="38967968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2eea1f42d7b_0_9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148" name="Google Shape;148;g2eea1f42d7b_0_932:notes"/>
          <p:cNvSpPr txBox="1">
            <a:spLocks noGrp="1"/>
          </p:cNvSpPr>
          <p:nvPr>
            <p:ph type="body" idx="1"/>
          </p:nvPr>
        </p:nvSpPr>
        <p:spPr>
          <a:xfrm>
            <a:off x="686097" y="4343702"/>
            <a:ext cx="5485800" cy="4113900"/>
          </a:xfrm>
          <a:prstGeom prst="rect">
            <a:avLst/>
          </a:prstGeom>
          <a:noFill/>
          <a:ln>
            <a:noFill/>
          </a:ln>
        </p:spPr>
        <p:txBody>
          <a:bodyPr spcFirstLastPara="1" wrap="square" lIns="91100" tIns="45550" rIns="91100" bIns="45550" anchor="t" anchorCtr="0">
            <a:noAutofit/>
          </a:bodyPr>
          <a:lstStyle/>
          <a:p>
            <a:pPr marL="0" lvl="0" indent="0" algn="l" rtl="0">
              <a:spcBef>
                <a:spcPts val="0"/>
              </a:spcBef>
              <a:spcAft>
                <a:spcPts val="0"/>
              </a:spcAft>
              <a:buNone/>
            </a:pPr>
            <a:endParaRPr/>
          </a:p>
        </p:txBody>
      </p:sp>
      <p:sp>
        <p:nvSpPr>
          <p:cNvPr id="149" name="Google Shape;149;g2eea1f42d7b_0_932:notes"/>
          <p:cNvSpPr txBox="1"/>
          <p:nvPr/>
        </p:nvSpPr>
        <p:spPr>
          <a:xfrm>
            <a:off x="3884414" y="8685892"/>
            <a:ext cx="2972100" cy="456600"/>
          </a:xfrm>
          <a:prstGeom prst="rect">
            <a:avLst/>
          </a:prstGeom>
          <a:noFill/>
          <a:ln>
            <a:noFill/>
          </a:ln>
        </p:spPr>
        <p:txBody>
          <a:bodyPr spcFirstLastPara="1" wrap="square" lIns="91100" tIns="45550" rIns="91100" bIns="4555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 sz="1200" b="0" i="0" u="none">
                <a:solidFill>
                  <a:srgbClr val="000000"/>
                </a:solidFill>
                <a:latin typeface="Arial"/>
                <a:ea typeface="Arial"/>
                <a:cs typeface="Arial"/>
                <a:sym typeface="Arial"/>
              </a:rPr>
              <a:t>19</a:t>
            </a:fld>
            <a:endParaRPr sz="1300"/>
          </a:p>
        </p:txBody>
      </p:sp>
    </p:spTree>
    <p:extLst>
      <p:ext uri="{BB962C8B-B14F-4D97-AF65-F5344CB8AC3E}">
        <p14:creationId xmlns:p14="http://schemas.microsoft.com/office/powerpoint/2010/main" val="27689496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2eea1f42d7b_0_9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148" name="Google Shape;148;g2eea1f42d7b_0_932:notes"/>
          <p:cNvSpPr txBox="1">
            <a:spLocks noGrp="1"/>
          </p:cNvSpPr>
          <p:nvPr>
            <p:ph type="body" idx="1"/>
          </p:nvPr>
        </p:nvSpPr>
        <p:spPr>
          <a:xfrm>
            <a:off x="686097" y="4343702"/>
            <a:ext cx="5485800" cy="4113900"/>
          </a:xfrm>
          <a:prstGeom prst="rect">
            <a:avLst/>
          </a:prstGeom>
          <a:noFill/>
          <a:ln>
            <a:noFill/>
          </a:ln>
        </p:spPr>
        <p:txBody>
          <a:bodyPr spcFirstLastPara="1" wrap="square" lIns="91100" tIns="45550" rIns="91100" bIns="45550" anchor="t" anchorCtr="0">
            <a:noAutofit/>
          </a:bodyPr>
          <a:lstStyle/>
          <a:p>
            <a:pPr marL="0" lvl="0" indent="0" algn="l" rtl="0">
              <a:spcBef>
                <a:spcPts val="0"/>
              </a:spcBef>
              <a:spcAft>
                <a:spcPts val="0"/>
              </a:spcAft>
              <a:buNone/>
            </a:pPr>
            <a:endParaRPr/>
          </a:p>
        </p:txBody>
      </p:sp>
      <p:sp>
        <p:nvSpPr>
          <p:cNvPr id="149" name="Google Shape;149;g2eea1f42d7b_0_932:notes"/>
          <p:cNvSpPr txBox="1"/>
          <p:nvPr/>
        </p:nvSpPr>
        <p:spPr>
          <a:xfrm>
            <a:off x="3884414" y="8685892"/>
            <a:ext cx="2972100" cy="456600"/>
          </a:xfrm>
          <a:prstGeom prst="rect">
            <a:avLst/>
          </a:prstGeom>
          <a:noFill/>
          <a:ln>
            <a:noFill/>
          </a:ln>
        </p:spPr>
        <p:txBody>
          <a:bodyPr spcFirstLastPara="1" wrap="square" lIns="91100" tIns="45550" rIns="91100" bIns="4555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 sz="1200" b="0" i="0" u="none">
                <a:solidFill>
                  <a:srgbClr val="000000"/>
                </a:solidFill>
                <a:latin typeface="Arial"/>
                <a:ea typeface="Arial"/>
                <a:cs typeface="Arial"/>
                <a:sym typeface="Arial"/>
              </a:rPr>
              <a:t>20</a:t>
            </a:fld>
            <a:endParaRPr sz="1300"/>
          </a:p>
        </p:txBody>
      </p:sp>
    </p:spTree>
    <p:extLst>
      <p:ext uri="{BB962C8B-B14F-4D97-AF65-F5344CB8AC3E}">
        <p14:creationId xmlns:p14="http://schemas.microsoft.com/office/powerpoint/2010/main" val="33899564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2eea1f42d7b_0_9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148" name="Google Shape;148;g2eea1f42d7b_0_932:notes"/>
          <p:cNvSpPr txBox="1">
            <a:spLocks noGrp="1"/>
          </p:cNvSpPr>
          <p:nvPr>
            <p:ph type="body" idx="1"/>
          </p:nvPr>
        </p:nvSpPr>
        <p:spPr>
          <a:xfrm>
            <a:off x="686097" y="4343702"/>
            <a:ext cx="5485800" cy="4113900"/>
          </a:xfrm>
          <a:prstGeom prst="rect">
            <a:avLst/>
          </a:prstGeom>
          <a:noFill/>
          <a:ln>
            <a:noFill/>
          </a:ln>
        </p:spPr>
        <p:txBody>
          <a:bodyPr spcFirstLastPara="1" wrap="square" lIns="91100" tIns="45550" rIns="91100" bIns="45550" anchor="t" anchorCtr="0">
            <a:noAutofit/>
          </a:bodyPr>
          <a:lstStyle/>
          <a:p>
            <a:pPr marL="0" lvl="0" indent="0" algn="l" rtl="0">
              <a:spcBef>
                <a:spcPts val="0"/>
              </a:spcBef>
              <a:spcAft>
                <a:spcPts val="0"/>
              </a:spcAft>
              <a:buNone/>
            </a:pPr>
            <a:endParaRPr/>
          </a:p>
        </p:txBody>
      </p:sp>
      <p:sp>
        <p:nvSpPr>
          <p:cNvPr id="149" name="Google Shape;149;g2eea1f42d7b_0_932:notes"/>
          <p:cNvSpPr txBox="1"/>
          <p:nvPr/>
        </p:nvSpPr>
        <p:spPr>
          <a:xfrm>
            <a:off x="3884414" y="8685892"/>
            <a:ext cx="2972100" cy="456600"/>
          </a:xfrm>
          <a:prstGeom prst="rect">
            <a:avLst/>
          </a:prstGeom>
          <a:noFill/>
          <a:ln>
            <a:noFill/>
          </a:ln>
        </p:spPr>
        <p:txBody>
          <a:bodyPr spcFirstLastPara="1" wrap="square" lIns="91100" tIns="45550" rIns="91100" bIns="4555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 sz="1200" b="0" i="0" u="none">
                <a:solidFill>
                  <a:srgbClr val="000000"/>
                </a:solidFill>
                <a:latin typeface="Arial"/>
                <a:ea typeface="Arial"/>
                <a:cs typeface="Arial"/>
                <a:sym typeface="Arial"/>
              </a:rPr>
              <a:t>21</a:t>
            </a:fld>
            <a:endParaRPr sz="1300"/>
          </a:p>
        </p:txBody>
      </p:sp>
    </p:spTree>
    <p:extLst>
      <p:ext uri="{BB962C8B-B14F-4D97-AF65-F5344CB8AC3E}">
        <p14:creationId xmlns:p14="http://schemas.microsoft.com/office/powerpoint/2010/main" val="211446279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2eea1f42d7b_0_9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158" name="Google Shape;158;g2eea1f42d7b_0_941:notes"/>
          <p:cNvSpPr txBox="1">
            <a:spLocks noGrp="1"/>
          </p:cNvSpPr>
          <p:nvPr>
            <p:ph type="body" idx="1"/>
          </p:nvPr>
        </p:nvSpPr>
        <p:spPr>
          <a:xfrm>
            <a:off x="686097" y="4343702"/>
            <a:ext cx="5485800" cy="4113900"/>
          </a:xfrm>
          <a:prstGeom prst="rect">
            <a:avLst/>
          </a:prstGeom>
          <a:noFill/>
          <a:ln>
            <a:noFill/>
          </a:ln>
        </p:spPr>
        <p:txBody>
          <a:bodyPr spcFirstLastPara="1" wrap="square" lIns="91100" tIns="45550" rIns="91100" bIns="45550" anchor="t" anchorCtr="0">
            <a:noAutofit/>
          </a:bodyPr>
          <a:lstStyle/>
          <a:p>
            <a:pPr marL="0" lvl="0" indent="0" algn="l" rtl="0">
              <a:spcBef>
                <a:spcPts val="0"/>
              </a:spcBef>
              <a:spcAft>
                <a:spcPts val="0"/>
              </a:spcAft>
              <a:buNone/>
            </a:pPr>
            <a:endParaRPr/>
          </a:p>
        </p:txBody>
      </p:sp>
      <p:sp>
        <p:nvSpPr>
          <p:cNvPr id="159" name="Google Shape;159;g2eea1f42d7b_0_941:notes"/>
          <p:cNvSpPr txBox="1"/>
          <p:nvPr/>
        </p:nvSpPr>
        <p:spPr>
          <a:xfrm>
            <a:off x="3884414" y="8685892"/>
            <a:ext cx="2972100" cy="456600"/>
          </a:xfrm>
          <a:prstGeom prst="rect">
            <a:avLst/>
          </a:prstGeom>
          <a:noFill/>
          <a:ln>
            <a:noFill/>
          </a:ln>
        </p:spPr>
        <p:txBody>
          <a:bodyPr spcFirstLastPara="1" wrap="square" lIns="91100" tIns="45550" rIns="91100" bIns="4555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 sz="1200" b="0" i="0" u="none">
                <a:solidFill>
                  <a:srgbClr val="000000"/>
                </a:solidFill>
                <a:latin typeface="Arial"/>
                <a:ea typeface="Arial"/>
                <a:cs typeface="Arial"/>
                <a:sym typeface="Arial"/>
              </a:rPr>
              <a:t>22</a:t>
            </a:fld>
            <a:endParaRPr sz="130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2eea1f42d7b_0_10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169" name="Google Shape;169;g2eea1f42d7b_0_1026:notes"/>
          <p:cNvSpPr txBox="1">
            <a:spLocks noGrp="1"/>
          </p:cNvSpPr>
          <p:nvPr>
            <p:ph type="body" idx="1"/>
          </p:nvPr>
        </p:nvSpPr>
        <p:spPr>
          <a:xfrm>
            <a:off x="686097" y="4343702"/>
            <a:ext cx="5485800" cy="4113900"/>
          </a:xfrm>
          <a:prstGeom prst="rect">
            <a:avLst/>
          </a:prstGeom>
          <a:noFill/>
          <a:ln>
            <a:noFill/>
          </a:ln>
        </p:spPr>
        <p:txBody>
          <a:bodyPr spcFirstLastPara="1" wrap="square" lIns="91100" tIns="45550" rIns="91100" bIns="45550" anchor="t" anchorCtr="0">
            <a:noAutofit/>
          </a:bodyPr>
          <a:lstStyle/>
          <a:p>
            <a:pPr marL="0" lvl="0" indent="0" algn="l" rtl="0">
              <a:spcBef>
                <a:spcPts val="0"/>
              </a:spcBef>
              <a:spcAft>
                <a:spcPts val="0"/>
              </a:spcAft>
              <a:buNone/>
            </a:pPr>
            <a:endParaRPr/>
          </a:p>
        </p:txBody>
      </p:sp>
      <p:sp>
        <p:nvSpPr>
          <p:cNvPr id="170" name="Google Shape;170;g2eea1f42d7b_0_1026:notes"/>
          <p:cNvSpPr txBox="1"/>
          <p:nvPr/>
        </p:nvSpPr>
        <p:spPr>
          <a:xfrm>
            <a:off x="3884414" y="8685892"/>
            <a:ext cx="2972100" cy="456600"/>
          </a:xfrm>
          <a:prstGeom prst="rect">
            <a:avLst/>
          </a:prstGeom>
          <a:noFill/>
          <a:ln>
            <a:noFill/>
          </a:ln>
        </p:spPr>
        <p:txBody>
          <a:bodyPr spcFirstLastPara="1" wrap="square" lIns="91100" tIns="45550" rIns="91100" bIns="4555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 sz="1200" b="0" i="0" u="none">
                <a:solidFill>
                  <a:srgbClr val="000000"/>
                </a:solidFill>
                <a:latin typeface="Arial"/>
                <a:ea typeface="Arial"/>
                <a:cs typeface="Arial"/>
                <a:sym typeface="Arial"/>
              </a:rPr>
              <a:t>23</a:t>
            </a:fld>
            <a:endParaRPr sz="130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2eea1f42d7b_0_10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169" name="Google Shape;169;g2eea1f42d7b_0_1026:notes"/>
          <p:cNvSpPr txBox="1">
            <a:spLocks noGrp="1"/>
          </p:cNvSpPr>
          <p:nvPr>
            <p:ph type="body" idx="1"/>
          </p:nvPr>
        </p:nvSpPr>
        <p:spPr>
          <a:xfrm>
            <a:off x="686097" y="4343702"/>
            <a:ext cx="5485800" cy="4113900"/>
          </a:xfrm>
          <a:prstGeom prst="rect">
            <a:avLst/>
          </a:prstGeom>
          <a:noFill/>
          <a:ln>
            <a:noFill/>
          </a:ln>
        </p:spPr>
        <p:txBody>
          <a:bodyPr spcFirstLastPara="1" wrap="square" lIns="91100" tIns="45550" rIns="91100" bIns="45550" anchor="t" anchorCtr="0">
            <a:noAutofit/>
          </a:bodyPr>
          <a:lstStyle/>
          <a:p>
            <a:pPr marL="0" lvl="0" indent="0" algn="l" rtl="0">
              <a:spcBef>
                <a:spcPts val="0"/>
              </a:spcBef>
              <a:spcAft>
                <a:spcPts val="0"/>
              </a:spcAft>
              <a:buNone/>
            </a:pPr>
            <a:endParaRPr/>
          </a:p>
        </p:txBody>
      </p:sp>
      <p:sp>
        <p:nvSpPr>
          <p:cNvPr id="170" name="Google Shape;170;g2eea1f42d7b_0_1026:notes"/>
          <p:cNvSpPr txBox="1"/>
          <p:nvPr/>
        </p:nvSpPr>
        <p:spPr>
          <a:xfrm>
            <a:off x="3884414" y="8685892"/>
            <a:ext cx="2972100" cy="456600"/>
          </a:xfrm>
          <a:prstGeom prst="rect">
            <a:avLst/>
          </a:prstGeom>
          <a:noFill/>
          <a:ln>
            <a:noFill/>
          </a:ln>
        </p:spPr>
        <p:txBody>
          <a:bodyPr spcFirstLastPara="1" wrap="square" lIns="91100" tIns="45550" rIns="91100" bIns="4555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 sz="1200" b="0" i="0" u="none">
                <a:solidFill>
                  <a:srgbClr val="000000"/>
                </a:solidFill>
                <a:latin typeface="Arial"/>
                <a:ea typeface="Arial"/>
                <a:cs typeface="Arial"/>
                <a:sym typeface="Arial"/>
              </a:rPr>
              <a:t>24</a:t>
            </a:fld>
            <a:endParaRPr sz="1300"/>
          </a:p>
        </p:txBody>
      </p:sp>
    </p:spTree>
    <p:extLst>
      <p:ext uri="{BB962C8B-B14F-4D97-AF65-F5344CB8AC3E}">
        <p14:creationId xmlns:p14="http://schemas.microsoft.com/office/powerpoint/2010/main" val="118739909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2eea1f42d7b_0_10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169" name="Google Shape;169;g2eea1f42d7b_0_1026:notes"/>
          <p:cNvSpPr txBox="1">
            <a:spLocks noGrp="1"/>
          </p:cNvSpPr>
          <p:nvPr>
            <p:ph type="body" idx="1"/>
          </p:nvPr>
        </p:nvSpPr>
        <p:spPr>
          <a:xfrm>
            <a:off x="686097" y="4343702"/>
            <a:ext cx="5485800" cy="4113900"/>
          </a:xfrm>
          <a:prstGeom prst="rect">
            <a:avLst/>
          </a:prstGeom>
          <a:noFill/>
          <a:ln>
            <a:noFill/>
          </a:ln>
        </p:spPr>
        <p:txBody>
          <a:bodyPr spcFirstLastPara="1" wrap="square" lIns="91100" tIns="45550" rIns="91100" bIns="45550" anchor="t" anchorCtr="0">
            <a:noAutofit/>
          </a:bodyPr>
          <a:lstStyle/>
          <a:p>
            <a:pPr marL="0" lvl="0" indent="0" algn="l" rtl="0">
              <a:spcBef>
                <a:spcPts val="0"/>
              </a:spcBef>
              <a:spcAft>
                <a:spcPts val="0"/>
              </a:spcAft>
              <a:buNone/>
            </a:pPr>
            <a:endParaRPr/>
          </a:p>
        </p:txBody>
      </p:sp>
      <p:sp>
        <p:nvSpPr>
          <p:cNvPr id="170" name="Google Shape;170;g2eea1f42d7b_0_1026:notes"/>
          <p:cNvSpPr txBox="1"/>
          <p:nvPr/>
        </p:nvSpPr>
        <p:spPr>
          <a:xfrm>
            <a:off x="3884414" y="8685892"/>
            <a:ext cx="2972100" cy="456600"/>
          </a:xfrm>
          <a:prstGeom prst="rect">
            <a:avLst/>
          </a:prstGeom>
          <a:noFill/>
          <a:ln>
            <a:noFill/>
          </a:ln>
        </p:spPr>
        <p:txBody>
          <a:bodyPr spcFirstLastPara="1" wrap="square" lIns="91100" tIns="45550" rIns="91100" bIns="4555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 sz="1200" b="0" i="0" u="none">
                <a:solidFill>
                  <a:srgbClr val="000000"/>
                </a:solidFill>
                <a:latin typeface="Arial"/>
                <a:ea typeface="Arial"/>
                <a:cs typeface="Arial"/>
                <a:sym typeface="Arial"/>
              </a:rPr>
              <a:t>25</a:t>
            </a:fld>
            <a:endParaRPr sz="1300"/>
          </a:p>
        </p:txBody>
      </p:sp>
    </p:spTree>
    <p:extLst>
      <p:ext uri="{BB962C8B-B14F-4D97-AF65-F5344CB8AC3E}">
        <p14:creationId xmlns:p14="http://schemas.microsoft.com/office/powerpoint/2010/main" val="208870789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2eea1f42d7b_0_1110:notes"/>
          <p:cNvSpPr txBox="1">
            <a:spLocks noGrp="1"/>
          </p:cNvSpPr>
          <p:nvPr>
            <p:ph type="body" idx="1"/>
          </p:nvPr>
        </p:nvSpPr>
        <p:spPr>
          <a:xfrm>
            <a:off x="686097" y="4343702"/>
            <a:ext cx="5485800" cy="4113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g2eea1f42d7b_0_1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4.jpg"/><Relationship Id="rId4" Type="http://schemas.openxmlformats.org/officeDocument/2006/relationships/image" Target="../media/image3.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13"/>
          <p:cNvSpPr txBox="1">
            <a:spLocks noGrp="1"/>
          </p:cNvSpPr>
          <p:nvPr>
            <p:ph type="ctrTitle"/>
          </p:nvPr>
        </p:nvSpPr>
        <p:spPr>
          <a:xfrm>
            <a:off x="0" y="0"/>
            <a:ext cx="9144000" cy="1102500"/>
          </a:xfrm>
          <a:prstGeom prst="rect">
            <a:avLst/>
          </a:prstGeom>
          <a:gradFill>
            <a:gsLst>
              <a:gs pos="0">
                <a:srgbClr val="8EB4E3"/>
              </a:gs>
              <a:gs pos="50000">
                <a:srgbClr val="C2D1ED"/>
              </a:gs>
              <a:gs pos="100000">
                <a:srgbClr val="E1E8F5"/>
              </a:gs>
            </a:gsLst>
            <a:lin ang="5400012" scaled="0"/>
          </a:grad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sz="4400">
              <a:solidFill>
                <a:schemeClr val="dk1"/>
              </a:solidFill>
              <a:latin typeface="Calibri"/>
              <a:ea typeface="Calibri"/>
              <a:cs typeface="Calibri"/>
              <a:sym typeface="Calibri"/>
            </a:endParaRPr>
          </a:p>
        </p:txBody>
      </p:sp>
      <p:sp>
        <p:nvSpPr>
          <p:cNvPr id="56" name="Google Shape;56;p13"/>
          <p:cNvSpPr txBox="1">
            <a:spLocks noGrp="1"/>
          </p:cNvSpPr>
          <p:nvPr>
            <p:ph type="subTitle" idx="1"/>
          </p:nvPr>
        </p:nvSpPr>
        <p:spPr>
          <a:xfrm>
            <a:off x="685800" y="1102526"/>
            <a:ext cx="7924800" cy="39387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rgbClr val="000000"/>
              </a:buClr>
              <a:buSzPts val="1800"/>
              <a:buNone/>
            </a:pPr>
            <a:r>
              <a:rPr lang="en" sz="1800" b="0" i="0" u="none" dirty="0">
                <a:solidFill>
                  <a:srgbClr val="000000"/>
                </a:solidFill>
                <a:latin typeface="Times New Roman"/>
                <a:ea typeface="Times New Roman"/>
                <a:cs typeface="Times New Roman"/>
                <a:sym typeface="Times New Roman"/>
              </a:rPr>
              <a:t>Session 2024-25</a:t>
            </a:r>
            <a:endParaRPr sz="2800" b="1" i="0" u="none" dirty="0">
              <a:solidFill>
                <a:srgbClr val="953735"/>
              </a:solidFill>
              <a:latin typeface="Times New Roman"/>
              <a:ea typeface="Times New Roman"/>
              <a:cs typeface="Times New Roman"/>
              <a:sym typeface="Times New Roman"/>
            </a:endParaRPr>
          </a:p>
          <a:p>
            <a:pPr marL="0" lvl="0" indent="0" algn="ctr" rtl="0">
              <a:lnSpc>
                <a:spcPct val="90000"/>
              </a:lnSpc>
              <a:spcBef>
                <a:spcPts val="560"/>
              </a:spcBef>
              <a:spcAft>
                <a:spcPts val="0"/>
              </a:spcAft>
              <a:buClr>
                <a:srgbClr val="953735"/>
              </a:buClr>
              <a:buSzPts val="2800"/>
              <a:buNone/>
            </a:pPr>
            <a:r>
              <a:rPr lang="en-IN" sz="2800" b="1" i="0" u="none" dirty="0">
                <a:solidFill>
                  <a:srgbClr val="953735"/>
                </a:solidFill>
                <a:latin typeface="Times New Roman"/>
                <a:ea typeface="Times New Roman"/>
                <a:cs typeface="Times New Roman"/>
                <a:sym typeface="Times New Roman"/>
              </a:rPr>
              <a:t>Mini Project PQAI </a:t>
            </a:r>
            <a:r>
              <a:rPr lang="en" sz="2800" b="1" i="0" u="none" dirty="0">
                <a:solidFill>
                  <a:srgbClr val="953735"/>
                </a:solidFill>
                <a:latin typeface="Times New Roman"/>
                <a:ea typeface="Times New Roman"/>
                <a:cs typeface="Times New Roman"/>
                <a:sym typeface="Times New Roman"/>
              </a:rPr>
              <a:t>on</a:t>
            </a:r>
            <a:endParaRPr dirty="0"/>
          </a:p>
          <a:p>
            <a:pPr marL="0" lvl="0" indent="0" algn="ctr" rtl="0">
              <a:lnSpc>
                <a:spcPct val="90000"/>
              </a:lnSpc>
              <a:spcBef>
                <a:spcPts val="400"/>
              </a:spcBef>
              <a:spcAft>
                <a:spcPts val="0"/>
              </a:spcAft>
              <a:buClr>
                <a:srgbClr val="000000"/>
              </a:buClr>
              <a:buSzPts val="2000"/>
              <a:buNone/>
            </a:pPr>
            <a:r>
              <a:rPr lang="en" sz="2000" b="1" u="sng" dirty="0">
                <a:solidFill>
                  <a:srgbClr val="000000"/>
                </a:solidFill>
                <a:latin typeface="Times New Roman"/>
                <a:ea typeface="Times New Roman"/>
                <a:cs typeface="Times New Roman"/>
                <a:sym typeface="Times New Roman"/>
              </a:rPr>
              <a:t>Epilepsy Prediction and Emergency Response System</a:t>
            </a:r>
            <a:endParaRPr dirty="0"/>
          </a:p>
          <a:p>
            <a:pPr marL="0" lvl="0" indent="0" algn="ctr" rtl="0">
              <a:lnSpc>
                <a:spcPct val="90000"/>
              </a:lnSpc>
              <a:spcBef>
                <a:spcPts val="400"/>
              </a:spcBef>
              <a:spcAft>
                <a:spcPts val="0"/>
              </a:spcAft>
              <a:buClr>
                <a:srgbClr val="888888"/>
              </a:buClr>
              <a:buSzPts val="2000"/>
              <a:buNone/>
            </a:pPr>
            <a:endParaRPr sz="2000" b="1" i="0" u="sng" dirty="0">
              <a:solidFill>
                <a:srgbClr val="000000"/>
              </a:solidFill>
              <a:latin typeface="Times New Roman"/>
              <a:ea typeface="Times New Roman"/>
              <a:cs typeface="Times New Roman"/>
              <a:sym typeface="Times New Roman"/>
            </a:endParaRPr>
          </a:p>
          <a:p>
            <a:pPr marL="0" lvl="0" indent="0" algn="ctr" rtl="0">
              <a:lnSpc>
                <a:spcPct val="90000"/>
              </a:lnSpc>
              <a:spcBef>
                <a:spcPts val="360"/>
              </a:spcBef>
              <a:spcAft>
                <a:spcPts val="0"/>
              </a:spcAft>
              <a:buClr>
                <a:schemeClr val="dk1"/>
              </a:buClr>
              <a:buSzPts val="1800"/>
              <a:buNone/>
            </a:pPr>
            <a:r>
              <a:rPr lang="en" sz="1800" b="1" i="0" u="none" dirty="0">
                <a:solidFill>
                  <a:schemeClr val="dk1"/>
                </a:solidFill>
                <a:latin typeface="Times New Roman"/>
                <a:ea typeface="Times New Roman"/>
                <a:cs typeface="Times New Roman"/>
                <a:sym typeface="Times New Roman"/>
              </a:rPr>
              <a:t>Presented B</a:t>
            </a:r>
            <a:r>
              <a:rPr lang="en" sz="1800" b="1" dirty="0">
                <a:solidFill>
                  <a:schemeClr val="dk1"/>
                </a:solidFill>
                <a:latin typeface="Times New Roman"/>
                <a:ea typeface="Times New Roman"/>
                <a:cs typeface="Times New Roman"/>
                <a:sym typeface="Times New Roman"/>
              </a:rPr>
              <a:t>y </a:t>
            </a:r>
            <a:r>
              <a:rPr lang="en" sz="1800" b="1" i="0" u="none" dirty="0">
                <a:solidFill>
                  <a:schemeClr val="dk1"/>
                </a:solidFill>
                <a:latin typeface="Times New Roman"/>
                <a:ea typeface="Times New Roman"/>
                <a:cs typeface="Times New Roman"/>
                <a:sym typeface="Times New Roman"/>
              </a:rPr>
              <a:t>Group No: </a:t>
            </a:r>
            <a:r>
              <a:rPr lang="en" sz="1800" b="1" dirty="0">
                <a:solidFill>
                  <a:schemeClr val="dk1"/>
                </a:solidFill>
                <a:latin typeface="Times New Roman"/>
                <a:ea typeface="Times New Roman"/>
                <a:cs typeface="Times New Roman"/>
                <a:sym typeface="Times New Roman"/>
              </a:rPr>
              <a:t>12</a:t>
            </a:r>
            <a:endParaRPr sz="1800" b="0" i="0" u="none" dirty="0">
              <a:solidFill>
                <a:schemeClr val="dk1"/>
              </a:solidFill>
              <a:latin typeface="Times New Roman"/>
              <a:ea typeface="Times New Roman"/>
              <a:cs typeface="Times New Roman"/>
              <a:sym typeface="Times New Roman"/>
            </a:endParaRPr>
          </a:p>
          <a:p>
            <a:pPr marL="0" lvl="0" indent="0" algn="ctr" rtl="0">
              <a:lnSpc>
                <a:spcPct val="90000"/>
              </a:lnSpc>
              <a:spcBef>
                <a:spcPts val="360"/>
              </a:spcBef>
              <a:spcAft>
                <a:spcPts val="0"/>
              </a:spcAft>
              <a:buClr>
                <a:srgbClr val="000000"/>
              </a:buClr>
              <a:buSzPts val="1800"/>
              <a:buNone/>
            </a:pPr>
            <a:r>
              <a:rPr lang="en" sz="1800" b="0" i="0" u="none" dirty="0">
                <a:solidFill>
                  <a:srgbClr val="000000"/>
                </a:solidFill>
                <a:latin typeface="Times New Roman"/>
                <a:ea typeface="Times New Roman"/>
                <a:cs typeface="Times New Roman"/>
                <a:sym typeface="Times New Roman"/>
              </a:rPr>
              <a:t>Mr.</a:t>
            </a:r>
            <a:r>
              <a:rPr lang="en" sz="1800" dirty="0">
                <a:solidFill>
                  <a:srgbClr val="000000"/>
                </a:solidFill>
                <a:latin typeface="Times New Roman"/>
                <a:ea typeface="Times New Roman"/>
                <a:cs typeface="Times New Roman"/>
                <a:sym typeface="Times New Roman"/>
              </a:rPr>
              <a:t>Bhagyesh Nand</a:t>
            </a:r>
            <a:r>
              <a:rPr lang="en" sz="1800" b="0" i="0" u="none" dirty="0">
                <a:solidFill>
                  <a:srgbClr val="000000"/>
                </a:solidFill>
                <a:latin typeface="Times New Roman"/>
                <a:ea typeface="Times New Roman"/>
                <a:cs typeface="Times New Roman"/>
                <a:sym typeface="Times New Roman"/>
              </a:rPr>
              <a:t> (Roll no:1</a:t>
            </a:r>
            <a:r>
              <a:rPr lang="en" sz="1800" dirty="0">
                <a:solidFill>
                  <a:srgbClr val="000000"/>
                </a:solidFill>
                <a:latin typeface="Times New Roman"/>
                <a:ea typeface="Times New Roman"/>
                <a:cs typeface="Times New Roman"/>
                <a:sym typeface="Times New Roman"/>
              </a:rPr>
              <a:t>44</a:t>
            </a:r>
            <a:r>
              <a:rPr lang="en" sz="1800" b="0" i="0" u="none" dirty="0">
                <a:solidFill>
                  <a:srgbClr val="000000"/>
                </a:solidFill>
                <a:latin typeface="Times New Roman"/>
                <a:ea typeface="Times New Roman"/>
                <a:cs typeface="Times New Roman"/>
                <a:sym typeface="Times New Roman"/>
              </a:rPr>
              <a:t>)</a:t>
            </a:r>
            <a:endParaRPr sz="1800" b="0" i="0" u="none" dirty="0">
              <a:solidFill>
                <a:srgbClr val="000000"/>
              </a:solidFill>
              <a:latin typeface="Times New Roman"/>
              <a:ea typeface="Times New Roman"/>
              <a:cs typeface="Times New Roman"/>
              <a:sym typeface="Times New Roman"/>
            </a:endParaRPr>
          </a:p>
          <a:p>
            <a:pPr marL="0" lvl="0" indent="0" algn="ctr" rtl="0">
              <a:lnSpc>
                <a:spcPct val="90000"/>
              </a:lnSpc>
              <a:spcBef>
                <a:spcPts val="360"/>
              </a:spcBef>
              <a:spcAft>
                <a:spcPts val="0"/>
              </a:spcAft>
              <a:buClr>
                <a:schemeClr val="dk1"/>
              </a:buClr>
              <a:buSzPts val="1800"/>
              <a:buNone/>
            </a:pPr>
            <a:r>
              <a:rPr lang="en" sz="1800" dirty="0">
                <a:solidFill>
                  <a:schemeClr val="dk1"/>
                </a:solidFill>
                <a:latin typeface="Times New Roman"/>
                <a:ea typeface="Times New Roman"/>
                <a:cs typeface="Times New Roman"/>
                <a:sym typeface="Times New Roman"/>
              </a:rPr>
              <a:t>Mr.Kartik Nagrale (Roll no:154)</a:t>
            </a:r>
            <a:endParaRPr sz="1800" dirty="0">
              <a:solidFill>
                <a:schemeClr val="dk1"/>
              </a:solidFill>
              <a:latin typeface="Times New Roman"/>
              <a:ea typeface="Times New Roman"/>
              <a:cs typeface="Times New Roman"/>
              <a:sym typeface="Times New Roman"/>
            </a:endParaRPr>
          </a:p>
          <a:p>
            <a:pPr marL="0" lvl="0" indent="0" algn="ctr" rtl="0">
              <a:lnSpc>
                <a:spcPct val="90000"/>
              </a:lnSpc>
              <a:spcBef>
                <a:spcPts val="360"/>
              </a:spcBef>
              <a:spcAft>
                <a:spcPts val="0"/>
              </a:spcAft>
              <a:buClr>
                <a:schemeClr val="dk1"/>
              </a:buClr>
              <a:buSzPts val="1800"/>
              <a:buNone/>
            </a:pPr>
            <a:r>
              <a:rPr lang="en" sz="1800" dirty="0">
                <a:solidFill>
                  <a:schemeClr val="dk1"/>
                </a:solidFill>
                <a:latin typeface="Times New Roman"/>
                <a:ea typeface="Times New Roman"/>
                <a:cs typeface="Times New Roman"/>
                <a:sym typeface="Times New Roman"/>
              </a:rPr>
              <a:t>Mr.Sumedh Bhaget (Roll no:167)</a:t>
            </a:r>
            <a:endParaRPr sz="1800" dirty="0">
              <a:solidFill>
                <a:schemeClr val="dk1"/>
              </a:solidFill>
              <a:latin typeface="Times New Roman"/>
              <a:ea typeface="Times New Roman"/>
              <a:cs typeface="Times New Roman"/>
              <a:sym typeface="Times New Roman"/>
            </a:endParaRPr>
          </a:p>
          <a:p>
            <a:pPr marL="0" lvl="0" indent="0" algn="ctr" rtl="0">
              <a:lnSpc>
                <a:spcPct val="90000"/>
              </a:lnSpc>
              <a:spcBef>
                <a:spcPts val="360"/>
              </a:spcBef>
              <a:spcAft>
                <a:spcPts val="0"/>
              </a:spcAft>
              <a:buClr>
                <a:schemeClr val="dk1"/>
              </a:buClr>
              <a:buSzPts val="1800"/>
              <a:buNone/>
            </a:pPr>
            <a:r>
              <a:rPr lang="en" sz="1800" dirty="0">
                <a:solidFill>
                  <a:schemeClr val="dk1"/>
                </a:solidFill>
                <a:latin typeface="Times New Roman"/>
                <a:ea typeface="Times New Roman"/>
                <a:cs typeface="Times New Roman"/>
                <a:sym typeface="Times New Roman"/>
              </a:rPr>
              <a:t>Mr.Ashutosh Dekate (Roll no:141)</a:t>
            </a:r>
            <a:endParaRPr sz="1800" b="0" i="0" u="none" dirty="0">
              <a:solidFill>
                <a:srgbClr val="000000"/>
              </a:solidFill>
              <a:latin typeface="Times New Roman"/>
              <a:ea typeface="Times New Roman"/>
              <a:cs typeface="Times New Roman"/>
              <a:sym typeface="Times New Roman"/>
            </a:endParaRPr>
          </a:p>
          <a:p>
            <a:pPr marL="0" lvl="0" indent="0" algn="ctr" rtl="0">
              <a:lnSpc>
                <a:spcPct val="90000"/>
              </a:lnSpc>
              <a:spcBef>
                <a:spcPts val="560"/>
              </a:spcBef>
              <a:spcAft>
                <a:spcPts val="0"/>
              </a:spcAft>
              <a:buClr>
                <a:schemeClr val="dk1"/>
              </a:buClr>
              <a:buSzPts val="1800"/>
              <a:buNone/>
            </a:pPr>
            <a:r>
              <a:rPr lang="en" sz="1800" b="1" i="0" u="none" dirty="0">
                <a:solidFill>
                  <a:schemeClr val="dk1"/>
                </a:solidFill>
                <a:latin typeface="Times New Roman"/>
                <a:ea typeface="Times New Roman"/>
                <a:cs typeface="Times New Roman"/>
                <a:sym typeface="Times New Roman"/>
              </a:rPr>
              <a:t>Guided</a:t>
            </a:r>
            <a:r>
              <a:rPr lang="en" sz="2800" b="1" i="0" u="none" dirty="0">
                <a:solidFill>
                  <a:srgbClr val="000000"/>
                </a:solidFill>
                <a:latin typeface="Times New Roman"/>
                <a:ea typeface="Times New Roman"/>
                <a:cs typeface="Times New Roman"/>
                <a:sym typeface="Times New Roman"/>
              </a:rPr>
              <a:t> </a:t>
            </a:r>
            <a:r>
              <a:rPr lang="en" sz="1800" b="1" i="0" u="none" dirty="0">
                <a:solidFill>
                  <a:schemeClr val="dk1"/>
                </a:solidFill>
                <a:latin typeface="Times New Roman"/>
                <a:ea typeface="Times New Roman"/>
                <a:cs typeface="Times New Roman"/>
                <a:sym typeface="Times New Roman"/>
              </a:rPr>
              <a:t>By </a:t>
            </a:r>
            <a:endParaRPr dirty="0"/>
          </a:p>
          <a:p>
            <a:pPr marL="0" lvl="0" indent="0" algn="ctr" rtl="0">
              <a:lnSpc>
                <a:spcPct val="90000"/>
              </a:lnSpc>
              <a:spcBef>
                <a:spcPts val="360"/>
              </a:spcBef>
              <a:spcAft>
                <a:spcPts val="0"/>
              </a:spcAft>
              <a:buClr>
                <a:schemeClr val="dk1"/>
              </a:buClr>
              <a:buSzPts val="1800"/>
              <a:buNone/>
            </a:pPr>
            <a:r>
              <a:rPr lang="en" sz="1800" dirty="0">
                <a:solidFill>
                  <a:schemeClr val="dk1"/>
                </a:solidFill>
                <a:latin typeface="Times New Roman"/>
                <a:ea typeface="Times New Roman"/>
                <a:cs typeface="Times New Roman"/>
                <a:sym typeface="Times New Roman"/>
              </a:rPr>
              <a:t>Dr.Nisha Wankhede</a:t>
            </a:r>
            <a:endParaRPr sz="3000" b="0" i="0" u="none" dirty="0">
              <a:solidFill>
                <a:schemeClr val="dk1"/>
              </a:solidFill>
              <a:latin typeface="Calibri"/>
              <a:ea typeface="Calibri"/>
              <a:cs typeface="Calibri"/>
              <a:sym typeface="Calibri"/>
            </a:endParaRPr>
          </a:p>
          <a:p>
            <a:pPr marL="0" lvl="0" indent="0" algn="ctr" rtl="0">
              <a:spcBef>
                <a:spcPts val="600"/>
              </a:spcBef>
              <a:spcAft>
                <a:spcPts val="0"/>
              </a:spcAft>
              <a:buClr>
                <a:srgbClr val="888888"/>
              </a:buClr>
              <a:buSzPts val="3000"/>
              <a:buNone/>
            </a:pPr>
            <a:endParaRPr sz="3000" b="0" i="0" u="none" dirty="0">
              <a:solidFill>
                <a:schemeClr val="dk1"/>
              </a:solidFill>
              <a:latin typeface="Calibri"/>
              <a:ea typeface="Calibri"/>
              <a:cs typeface="Calibri"/>
              <a:sym typeface="Calibri"/>
            </a:endParaRPr>
          </a:p>
        </p:txBody>
      </p:sp>
      <p:pic>
        <p:nvPicPr>
          <p:cNvPr id="57" name="Google Shape;57;p13" descr="YCClogo.jpg"/>
          <p:cNvPicPr preferRelativeResize="0"/>
          <p:nvPr/>
        </p:nvPicPr>
        <p:blipFill rotWithShape="1">
          <a:blip r:embed="rId3">
            <a:alphaModFix/>
          </a:blip>
          <a:srcRect/>
          <a:stretch/>
        </p:blipFill>
        <p:spPr>
          <a:xfrm>
            <a:off x="0" y="0"/>
            <a:ext cx="9143999" cy="1102500"/>
          </a:xfrm>
          <a:prstGeom prst="rect">
            <a:avLst/>
          </a:prstGeom>
          <a:noFill/>
          <a:ln>
            <a:noFill/>
          </a:ln>
        </p:spPr>
      </p:pic>
      <p:sp>
        <p:nvSpPr>
          <p:cNvPr id="58" name="Google Shape;58;p13"/>
          <p:cNvSpPr/>
          <p:nvPr/>
        </p:nvSpPr>
        <p:spPr>
          <a:xfrm>
            <a:off x="938848" y="710135"/>
            <a:ext cx="7543800" cy="3924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F2F2F2"/>
              </a:buClr>
              <a:buSzPts val="2800"/>
              <a:buFont typeface="Times New Roman"/>
              <a:buNone/>
            </a:pPr>
            <a:r>
              <a:rPr lang="en" sz="2200" b="1" i="0" u="none" strike="noStrike" cap="none">
                <a:solidFill>
                  <a:srgbClr val="F2F2F2"/>
                </a:solidFill>
                <a:latin typeface="Times New Roman"/>
                <a:ea typeface="Times New Roman"/>
                <a:cs typeface="Times New Roman"/>
                <a:sym typeface="Times New Roman"/>
              </a:rPr>
              <a:t>Department of Information Technology</a:t>
            </a:r>
            <a:endParaRPr sz="2200" b="1" i="0" u="none" strike="noStrike" cap="none">
              <a:solidFill>
                <a:srgbClr val="F2F2F2"/>
              </a:solidFill>
              <a:latin typeface="Times New Roman"/>
              <a:ea typeface="Times New Roman"/>
              <a:cs typeface="Times New Roman"/>
              <a:sym typeface="Times New Roman"/>
            </a:endParaRPr>
          </a:p>
        </p:txBody>
      </p:sp>
      <p:sp>
        <p:nvSpPr>
          <p:cNvPr id="59" name="Google Shape;59;p13"/>
          <p:cNvSpPr txBox="1"/>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60" name="Google Shape;60;p13"/>
          <p:cNvSpPr txBox="1"/>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 sz="1200" b="0" i="0" u="none">
                <a:solidFill>
                  <a:srgbClr val="898989"/>
                </a:solidFill>
                <a:latin typeface="Calibri"/>
                <a:ea typeface="Calibri"/>
                <a:cs typeface="Calibri"/>
                <a:sym typeface="Calibri"/>
              </a:rPr>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4"/>
          <p:cNvSpPr txBox="1">
            <a:spLocks noGrp="1"/>
          </p:cNvSpPr>
          <p:nvPr>
            <p:ph type="subTitle" idx="1"/>
          </p:nvPr>
        </p:nvSpPr>
        <p:spPr>
          <a:xfrm>
            <a:off x="603700" y="685800"/>
            <a:ext cx="6789300" cy="4057800"/>
          </a:xfrm>
          <a:prstGeom prst="rect">
            <a:avLst/>
          </a:prstGeom>
          <a:noFill/>
          <a:ln>
            <a:noFill/>
          </a:ln>
        </p:spPr>
        <p:txBody>
          <a:bodyPr spcFirstLastPara="1" wrap="square" lIns="91425" tIns="45700" rIns="91425" bIns="45700" anchor="t" anchorCtr="0">
            <a:noAutofit/>
          </a:bodyPr>
          <a:lstStyle/>
          <a:p>
            <a:pPr marL="342900" lvl="0" algn="just" rtl="0">
              <a:lnSpc>
                <a:spcPct val="100000"/>
              </a:lnSpc>
              <a:spcBef>
                <a:spcPts val="0"/>
              </a:spcBef>
              <a:spcAft>
                <a:spcPts val="0"/>
              </a:spcAft>
              <a:buClr>
                <a:srgbClr val="888888"/>
              </a:buClr>
              <a:buSzPts val="1800"/>
              <a:buFont typeface="+mj-lt"/>
              <a:buAutoNum type="arabicPeriod"/>
            </a:pPr>
            <a:endParaRPr lang="en-US" sz="1800" b="0" i="0" u="none" dirty="0">
              <a:solidFill>
                <a:schemeClr val="dk1"/>
              </a:solidFill>
              <a:latin typeface="Calibri"/>
              <a:ea typeface="Calibri"/>
              <a:cs typeface="Calibri"/>
              <a:sym typeface="Calibri"/>
            </a:endParaRPr>
          </a:p>
          <a:p>
            <a:pPr marL="342900" lvl="0" algn="just" rtl="0">
              <a:lnSpc>
                <a:spcPct val="100000"/>
              </a:lnSpc>
              <a:spcBef>
                <a:spcPts val="0"/>
              </a:spcBef>
              <a:spcAft>
                <a:spcPts val="0"/>
              </a:spcAft>
              <a:buClr>
                <a:srgbClr val="888888"/>
              </a:buClr>
              <a:buSzPts val="1800"/>
              <a:buFont typeface="+mj-lt"/>
              <a:buAutoNum type="arabicParenR"/>
            </a:pPr>
            <a:r>
              <a:rPr lang="en-US" sz="1800" b="0" i="0" u="none" dirty="0">
                <a:solidFill>
                  <a:schemeClr val="tx1"/>
                </a:solidFill>
                <a:latin typeface="Calibri"/>
                <a:ea typeface="Calibri"/>
                <a:cs typeface="Calibri"/>
                <a:sym typeface="Calibri"/>
              </a:rPr>
              <a:t>Abstract</a:t>
            </a:r>
          </a:p>
          <a:p>
            <a:pPr marL="342900" lvl="0" algn="just" rtl="0">
              <a:lnSpc>
                <a:spcPct val="100000"/>
              </a:lnSpc>
              <a:spcBef>
                <a:spcPts val="0"/>
              </a:spcBef>
              <a:spcAft>
                <a:spcPts val="0"/>
              </a:spcAft>
              <a:buClr>
                <a:srgbClr val="888888"/>
              </a:buClr>
              <a:buSzPts val="1800"/>
              <a:buFont typeface="+mj-lt"/>
              <a:buAutoNum type="arabicParenR"/>
            </a:pPr>
            <a:r>
              <a:rPr lang="en-US" sz="1800" b="0" i="0" u="none" dirty="0">
                <a:solidFill>
                  <a:schemeClr val="tx1"/>
                </a:solidFill>
                <a:latin typeface="Calibri"/>
                <a:ea typeface="Calibri"/>
                <a:cs typeface="Calibri"/>
                <a:sym typeface="Calibri"/>
              </a:rPr>
              <a:t>Introduction</a:t>
            </a:r>
          </a:p>
          <a:p>
            <a:pPr marL="342900" lvl="0" algn="just" rtl="0">
              <a:lnSpc>
                <a:spcPct val="100000"/>
              </a:lnSpc>
              <a:spcBef>
                <a:spcPts val="0"/>
              </a:spcBef>
              <a:spcAft>
                <a:spcPts val="0"/>
              </a:spcAft>
              <a:buClr>
                <a:srgbClr val="888888"/>
              </a:buClr>
              <a:buSzPts val="1800"/>
              <a:buFont typeface="+mj-lt"/>
              <a:buAutoNum type="arabicParenR"/>
            </a:pPr>
            <a:r>
              <a:rPr lang="en-US" sz="1800" b="0" i="0" u="none" dirty="0">
                <a:solidFill>
                  <a:schemeClr val="tx1"/>
                </a:solidFill>
                <a:latin typeface="Calibri"/>
                <a:ea typeface="Calibri"/>
                <a:cs typeface="Calibri"/>
                <a:sym typeface="Calibri"/>
              </a:rPr>
              <a:t>Problem Definition</a:t>
            </a:r>
          </a:p>
          <a:p>
            <a:pPr marL="342900" lvl="0" algn="just" rtl="0">
              <a:lnSpc>
                <a:spcPct val="100000"/>
              </a:lnSpc>
              <a:spcBef>
                <a:spcPts val="0"/>
              </a:spcBef>
              <a:spcAft>
                <a:spcPts val="0"/>
              </a:spcAft>
              <a:buClr>
                <a:srgbClr val="888888"/>
              </a:buClr>
              <a:buSzPts val="1800"/>
              <a:buFont typeface="+mj-lt"/>
              <a:buAutoNum type="arabicParenR"/>
            </a:pPr>
            <a:r>
              <a:rPr lang="en-US" sz="1800" b="0" i="0" u="none" dirty="0">
                <a:solidFill>
                  <a:schemeClr val="tx1"/>
                </a:solidFill>
                <a:latin typeface="Calibri"/>
                <a:ea typeface="Calibri"/>
                <a:cs typeface="Calibri"/>
                <a:sym typeface="Calibri"/>
              </a:rPr>
              <a:t>Aim &amp; Objectives</a:t>
            </a:r>
          </a:p>
          <a:p>
            <a:pPr marL="342900" lvl="0" algn="just" rtl="0">
              <a:lnSpc>
                <a:spcPct val="100000"/>
              </a:lnSpc>
              <a:spcBef>
                <a:spcPts val="0"/>
              </a:spcBef>
              <a:spcAft>
                <a:spcPts val="0"/>
              </a:spcAft>
              <a:buClr>
                <a:srgbClr val="888888"/>
              </a:buClr>
              <a:buSzPts val="1800"/>
              <a:buFont typeface="+mj-lt"/>
              <a:buAutoNum type="arabicParenR"/>
            </a:pPr>
            <a:r>
              <a:rPr lang="en-US" sz="1800" b="0" i="0" u="none" dirty="0">
                <a:solidFill>
                  <a:schemeClr val="tx1"/>
                </a:solidFill>
                <a:latin typeface="Calibri"/>
                <a:ea typeface="Calibri"/>
                <a:cs typeface="Calibri"/>
                <a:sym typeface="Calibri"/>
              </a:rPr>
              <a:t>Literature Review</a:t>
            </a:r>
          </a:p>
          <a:p>
            <a:pPr marL="342900" lvl="0" algn="just" rtl="0">
              <a:lnSpc>
                <a:spcPct val="100000"/>
              </a:lnSpc>
              <a:spcBef>
                <a:spcPts val="0"/>
              </a:spcBef>
              <a:spcAft>
                <a:spcPts val="0"/>
              </a:spcAft>
              <a:buClr>
                <a:srgbClr val="888888"/>
              </a:buClr>
              <a:buSzPts val="1800"/>
              <a:buFont typeface="+mj-lt"/>
              <a:buAutoNum type="arabicParenR"/>
            </a:pPr>
            <a:r>
              <a:rPr lang="en-US" sz="1800" b="0" i="0" u="none" dirty="0">
                <a:solidFill>
                  <a:schemeClr val="tx1"/>
                </a:solidFill>
                <a:latin typeface="Calibri"/>
                <a:ea typeface="Calibri"/>
                <a:cs typeface="Calibri"/>
                <a:sym typeface="Calibri"/>
              </a:rPr>
              <a:t>Patent Search</a:t>
            </a:r>
          </a:p>
          <a:p>
            <a:pPr marL="342900" lvl="0" algn="just" rtl="0">
              <a:lnSpc>
                <a:spcPct val="100000"/>
              </a:lnSpc>
              <a:spcBef>
                <a:spcPts val="0"/>
              </a:spcBef>
              <a:spcAft>
                <a:spcPts val="0"/>
              </a:spcAft>
              <a:buClr>
                <a:srgbClr val="888888"/>
              </a:buClr>
              <a:buSzPts val="1800"/>
              <a:buFont typeface="+mj-lt"/>
              <a:buAutoNum type="arabicParenR"/>
            </a:pPr>
            <a:r>
              <a:rPr lang="en-US" sz="1800" b="0" i="0" u="none" dirty="0">
                <a:solidFill>
                  <a:schemeClr val="tx1"/>
                </a:solidFill>
                <a:latin typeface="Calibri"/>
                <a:ea typeface="Calibri"/>
                <a:cs typeface="Calibri"/>
                <a:sym typeface="Calibri"/>
              </a:rPr>
              <a:t>Research Gap</a:t>
            </a:r>
          </a:p>
          <a:p>
            <a:pPr marL="342900" lvl="0" algn="just" rtl="0">
              <a:lnSpc>
                <a:spcPct val="100000"/>
              </a:lnSpc>
              <a:spcBef>
                <a:spcPts val="0"/>
              </a:spcBef>
              <a:spcAft>
                <a:spcPts val="0"/>
              </a:spcAft>
              <a:buClr>
                <a:srgbClr val="888888"/>
              </a:buClr>
              <a:buSzPts val="1800"/>
              <a:buFont typeface="+mj-lt"/>
              <a:buAutoNum type="arabicParenR"/>
            </a:pPr>
            <a:r>
              <a:rPr lang="en-US" sz="1800" b="0" i="0" u="none" dirty="0">
                <a:solidFill>
                  <a:schemeClr val="tx1"/>
                </a:solidFill>
                <a:latin typeface="Calibri"/>
                <a:ea typeface="Calibri"/>
                <a:cs typeface="Calibri"/>
                <a:sym typeface="Calibri"/>
              </a:rPr>
              <a:t>Hardware Software Requirement</a:t>
            </a:r>
          </a:p>
          <a:p>
            <a:pPr marL="342900" lvl="0" algn="just" rtl="0">
              <a:lnSpc>
                <a:spcPct val="100000"/>
              </a:lnSpc>
              <a:spcBef>
                <a:spcPts val="0"/>
              </a:spcBef>
              <a:spcAft>
                <a:spcPts val="0"/>
              </a:spcAft>
              <a:buClr>
                <a:srgbClr val="888888"/>
              </a:buClr>
              <a:buSzPts val="1800"/>
              <a:buFont typeface="+mj-lt"/>
              <a:buAutoNum type="arabicParenR"/>
            </a:pPr>
            <a:r>
              <a:rPr lang="en-US" sz="1800" b="0" i="0" u="none" dirty="0">
                <a:solidFill>
                  <a:schemeClr val="tx1"/>
                </a:solidFill>
                <a:latin typeface="Calibri"/>
                <a:ea typeface="Calibri"/>
                <a:cs typeface="Calibri"/>
                <a:sym typeface="Calibri"/>
              </a:rPr>
              <a:t>Proposed methodology</a:t>
            </a:r>
          </a:p>
          <a:p>
            <a:pPr marL="342900" lvl="0" algn="just" rtl="0">
              <a:lnSpc>
                <a:spcPct val="100000"/>
              </a:lnSpc>
              <a:spcBef>
                <a:spcPts val="0"/>
              </a:spcBef>
              <a:spcAft>
                <a:spcPts val="0"/>
              </a:spcAft>
              <a:buClr>
                <a:srgbClr val="888888"/>
              </a:buClr>
              <a:buSzPts val="1800"/>
              <a:buFont typeface="+mj-lt"/>
              <a:buAutoNum type="arabicParenR"/>
            </a:pPr>
            <a:r>
              <a:rPr lang="en-US" sz="1800" b="0" i="0" u="none" dirty="0">
                <a:solidFill>
                  <a:schemeClr val="tx1"/>
                </a:solidFill>
                <a:latin typeface="Calibri"/>
                <a:ea typeface="Calibri"/>
                <a:cs typeface="Calibri"/>
                <a:sym typeface="Calibri"/>
              </a:rPr>
              <a:t>Experimental Results</a:t>
            </a:r>
          </a:p>
          <a:p>
            <a:pPr marL="342900" lvl="0" algn="just" rtl="0">
              <a:lnSpc>
                <a:spcPct val="100000"/>
              </a:lnSpc>
              <a:spcBef>
                <a:spcPts val="0"/>
              </a:spcBef>
              <a:spcAft>
                <a:spcPts val="0"/>
              </a:spcAft>
              <a:buClr>
                <a:srgbClr val="888888"/>
              </a:buClr>
              <a:buSzPts val="1800"/>
              <a:buFont typeface="+mj-lt"/>
              <a:buAutoNum type="arabicParenR"/>
            </a:pPr>
            <a:r>
              <a:rPr lang="en-US" sz="1800" b="0" i="0" u="none" dirty="0">
                <a:solidFill>
                  <a:schemeClr val="tx1"/>
                </a:solidFill>
                <a:latin typeface="Calibri"/>
                <a:ea typeface="Calibri"/>
                <a:cs typeface="Calibri"/>
                <a:sym typeface="Calibri"/>
              </a:rPr>
              <a:t>Plan of Action</a:t>
            </a:r>
          </a:p>
          <a:p>
            <a:pPr marL="342900" lvl="0" algn="just" rtl="0">
              <a:lnSpc>
                <a:spcPct val="100000"/>
              </a:lnSpc>
              <a:spcBef>
                <a:spcPts val="0"/>
              </a:spcBef>
              <a:spcAft>
                <a:spcPts val="0"/>
              </a:spcAft>
              <a:buClr>
                <a:srgbClr val="888888"/>
              </a:buClr>
              <a:buSzPts val="1800"/>
              <a:buFont typeface="+mj-lt"/>
              <a:buAutoNum type="arabicParenR"/>
            </a:pPr>
            <a:r>
              <a:rPr lang="en-US" sz="1800" b="0" i="0" u="none" dirty="0">
                <a:solidFill>
                  <a:schemeClr val="tx1"/>
                </a:solidFill>
                <a:latin typeface="Calibri"/>
                <a:ea typeface="Calibri"/>
                <a:cs typeface="Calibri"/>
                <a:sym typeface="Calibri"/>
              </a:rPr>
              <a:t>Conclusion and Future Scope</a:t>
            </a:r>
          </a:p>
          <a:p>
            <a:pPr marL="342900" lvl="0" algn="just" rtl="0">
              <a:lnSpc>
                <a:spcPct val="100000"/>
              </a:lnSpc>
              <a:spcBef>
                <a:spcPts val="0"/>
              </a:spcBef>
              <a:spcAft>
                <a:spcPts val="0"/>
              </a:spcAft>
              <a:buClr>
                <a:srgbClr val="888888"/>
              </a:buClr>
              <a:buSzPts val="1800"/>
              <a:buFont typeface="+mj-lt"/>
              <a:buAutoNum type="arabicParenR"/>
            </a:pPr>
            <a:r>
              <a:rPr lang="en-US" sz="1800" b="0" i="0" u="none" dirty="0">
                <a:solidFill>
                  <a:schemeClr val="tx1"/>
                </a:solidFill>
                <a:latin typeface="Calibri"/>
                <a:ea typeface="Calibri"/>
                <a:cs typeface="Calibri"/>
                <a:sym typeface="Calibri"/>
              </a:rPr>
              <a:t>References</a:t>
            </a:r>
          </a:p>
        </p:txBody>
      </p:sp>
      <p:sp>
        <p:nvSpPr>
          <p:cNvPr id="66" name="Google Shape;66;p14"/>
          <p:cNvSpPr txBox="1">
            <a:spLocks noGrp="1"/>
          </p:cNvSpPr>
          <p:nvPr>
            <p:ph type="ctrTitle"/>
          </p:nvPr>
        </p:nvSpPr>
        <p:spPr>
          <a:xfrm>
            <a:off x="0" y="0"/>
            <a:ext cx="9144000" cy="685800"/>
          </a:xfrm>
          <a:prstGeom prst="rect">
            <a:avLst/>
          </a:prstGeom>
          <a:gradFill>
            <a:gsLst>
              <a:gs pos="0">
                <a:srgbClr val="8EB4E3"/>
              </a:gs>
              <a:gs pos="50000">
                <a:srgbClr val="C2D1ED"/>
              </a:gs>
              <a:gs pos="100000">
                <a:srgbClr val="E1E8F5"/>
              </a:gs>
            </a:gsLst>
            <a:lin ang="5400012" scaled="0"/>
          </a:grad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2400"/>
              <a:buFont typeface="Calibri"/>
              <a:buNone/>
            </a:pPr>
            <a:r>
              <a:rPr lang="en" sz="2400" b="0" i="0" u="none">
                <a:solidFill>
                  <a:schemeClr val="dk1"/>
                </a:solidFill>
                <a:latin typeface="Calibri"/>
                <a:ea typeface="Calibri"/>
                <a:cs typeface="Calibri"/>
                <a:sym typeface="Calibri"/>
              </a:rPr>
              <a:t>Contents</a:t>
            </a:r>
            <a:endParaRPr/>
          </a:p>
        </p:txBody>
      </p:sp>
      <p:sp>
        <p:nvSpPr>
          <p:cNvPr id="67" name="Google Shape;67;p14"/>
          <p:cNvSpPr txBox="1"/>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5"/>
          <p:cNvSpPr txBox="1">
            <a:spLocks noGrp="1"/>
          </p:cNvSpPr>
          <p:nvPr>
            <p:ph type="subTitle" idx="1"/>
          </p:nvPr>
        </p:nvSpPr>
        <p:spPr>
          <a:xfrm>
            <a:off x="177800" y="731044"/>
            <a:ext cx="8763000" cy="4057800"/>
          </a:xfrm>
          <a:prstGeom prst="rect">
            <a:avLst/>
          </a:prstGeom>
          <a:noFill/>
          <a:ln>
            <a:noFill/>
          </a:ln>
        </p:spPr>
        <p:txBody>
          <a:bodyPr spcFirstLastPara="1" wrap="square" lIns="91425" tIns="45700" rIns="91425" bIns="45700" anchor="t" anchorCtr="0">
            <a:noAutofit/>
          </a:bodyPr>
          <a:lstStyle/>
          <a:p>
            <a:pPr marL="342900" lvl="0" algn="just" rtl="0">
              <a:lnSpc>
                <a:spcPct val="100000"/>
              </a:lnSpc>
              <a:spcBef>
                <a:spcPts val="560"/>
              </a:spcBef>
              <a:spcAft>
                <a:spcPts val="0"/>
              </a:spcAft>
              <a:buClr>
                <a:schemeClr val="dk1"/>
              </a:buClr>
              <a:buSzPts val="2800"/>
              <a:buFont typeface="Arial" panose="020B0604020202020204" pitchFamily="34" charset="0"/>
              <a:buChar char="•"/>
            </a:pPr>
            <a:r>
              <a:rPr lang="en" sz="2000" b="1" dirty="0">
                <a:solidFill>
                  <a:schemeClr val="dk1"/>
                </a:solidFill>
                <a:latin typeface="Calibri"/>
                <a:ea typeface="Calibri"/>
                <a:cs typeface="Calibri"/>
                <a:sym typeface="Calibri"/>
              </a:rPr>
              <a:t>Epilepsy, a neurological disorder characterized by recurrent seizures, poses significant challenges in both diagnosis and management.</a:t>
            </a:r>
            <a:endParaRPr sz="2000" b="1" dirty="0">
              <a:solidFill>
                <a:schemeClr val="dk1"/>
              </a:solidFill>
              <a:latin typeface="Calibri"/>
              <a:ea typeface="Calibri"/>
              <a:cs typeface="Calibri"/>
              <a:sym typeface="Calibri"/>
            </a:endParaRPr>
          </a:p>
          <a:p>
            <a:pPr marL="342900" lvl="0" algn="just" rtl="0">
              <a:lnSpc>
                <a:spcPct val="100000"/>
              </a:lnSpc>
              <a:spcBef>
                <a:spcPts val="560"/>
              </a:spcBef>
              <a:spcAft>
                <a:spcPts val="0"/>
              </a:spcAft>
              <a:buClr>
                <a:schemeClr val="dk1"/>
              </a:buClr>
              <a:buSzPts val="2800"/>
              <a:buFont typeface="Arial" panose="020B0604020202020204" pitchFamily="34" charset="0"/>
              <a:buChar char="•"/>
            </a:pPr>
            <a:r>
              <a:rPr lang="en" sz="2000" b="1" dirty="0">
                <a:solidFill>
                  <a:schemeClr val="dk1"/>
                </a:solidFill>
                <a:latin typeface="Calibri"/>
                <a:ea typeface="Calibri"/>
                <a:cs typeface="Calibri"/>
                <a:sym typeface="Calibri"/>
              </a:rPr>
              <a:t>The project introduces a novel machine designed to detect epileptic seizures and administer emergency medication autonomously. </a:t>
            </a:r>
            <a:endParaRPr sz="2000" b="1" dirty="0">
              <a:solidFill>
                <a:schemeClr val="dk1"/>
              </a:solidFill>
              <a:latin typeface="Calibri"/>
              <a:ea typeface="Calibri"/>
              <a:cs typeface="Calibri"/>
              <a:sym typeface="Calibri"/>
            </a:endParaRPr>
          </a:p>
          <a:p>
            <a:pPr marL="342900" lvl="0" algn="just" rtl="0">
              <a:lnSpc>
                <a:spcPct val="100000"/>
              </a:lnSpc>
              <a:spcBef>
                <a:spcPts val="560"/>
              </a:spcBef>
              <a:spcAft>
                <a:spcPts val="0"/>
              </a:spcAft>
              <a:buClr>
                <a:schemeClr val="dk1"/>
              </a:buClr>
              <a:buSzPts val="2800"/>
              <a:buFont typeface="Arial" panose="020B0604020202020204" pitchFamily="34" charset="0"/>
              <a:buChar char="•"/>
            </a:pPr>
            <a:r>
              <a:rPr lang="en" sz="2000" b="1" dirty="0">
                <a:solidFill>
                  <a:schemeClr val="dk1"/>
                </a:solidFill>
                <a:latin typeface="Calibri"/>
                <a:ea typeface="Calibri"/>
                <a:cs typeface="Calibri"/>
                <a:sym typeface="Calibri"/>
              </a:rPr>
              <a:t>The system uses real-time monitoring of physiological signals, such as brain activity and heart rate, combined with machine learning algorithms to accurately identify seizure events. </a:t>
            </a:r>
            <a:endParaRPr sz="2000" b="1" dirty="0">
              <a:solidFill>
                <a:schemeClr val="dk1"/>
              </a:solidFill>
              <a:latin typeface="Calibri"/>
              <a:ea typeface="Calibri"/>
              <a:cs typeface="Calibri"/>
              <a:sym typeface="Calibri"/>
            </a:endParaRPr>
          </a:p>
          <a:p>
            <a:pPr marL="342900" lvl="0" algn="just" rtl="0">
              <a:lnSpc>
                <a:spcPct val="100000"/>
              </a:lnSpc>
              <a:spcBef>
                <a:spcPts val="560"/>
              </a:spcBef>
              <a:spcAft>
                <a:spcPts val="0"/>
              </a:spcAft>
              <a:buClr>
                <a:schemeClr val="dk1"/>
              </a:buClr>
              <a:buSzPts val="2800"/>
              <a:buFont typeface="Arial" panose="020B0604020202020204" pitchFamily="34" charset="0"/>
              <a:buChar char="•"/>
            </a:pPr>
            <a:r>
              <a:rPr lang="en" sz="2000" b="1" dirty="0">
                <a:solidFill>
                  <a:schemeClr val="dk1"/>
                </a:solidFill>
                <a:latin typeface="Calibri"/>
                <a:ea typeface="Calibri"/>
                <a:cs typeface="Calibri"/>
                <a:sym typeface="Calibri"/>
              </a:rPr>
              <a:t>Upon detection, In future it automatically delivers a controlled injection of anti-seizure medication to provide immediate relief. This approach aims to enhance seizure management by reducing response time and improving patient outcomes. </a:t>
            </a:r>
            <a:endParaRPr b="1" dirty="0">
              <a:solidFill>
                <a:schemeClr val="dk1"/>
              </a:solidFill>
              <a:latin typeface="Calibri"/>
              <a:ea typeface="Calibri"/>
              <a:cs typeface="Calibri"/>
              <a:sym typeface="Calibri"/>
            </a:endParaRPr>
          </a:p>
        </p:txBody>
      </p:sp>
      <p:sp>
        <p:nvSpPr>
          <p:cNvPr id="73" name="Google Shape;73;p15"/>
          <p:cNvSpPr txBox="1">
            <a:spLocks noGrp="1"/>
          </p:cNvSpPr>
          <p:nvPr>
            <p:ph type="ctrTitle"/>
          </p:nvPr>
        </p:nvSpPr>
        <p:spPr>
          <a:xfrm>
            <a:off x="0" y="0"/>
            <a:ext cx="9144000" cy="685800"/>
          </a:xfrm>
          <a:prstGeom prst="rect">
            <a:avLst/>
          </a:prstGeom>
          <a:gradFill>
            <a:gsLst>
              <a:gs pos="0">
                <a:srgbClr val="8EB4E3"/>
              </a:gs>
              <a:gs pos="50000">
                <a:srgbClr val="C2D1ED"/>
              </a:gs>
              <a:gs pos="100000">
                <a:srgbClr val="E1E8F5"/>
              </a:gs>
            </a:gsLst>
            <a:lin ang="5400012" scaled="0"/>
          </a:grad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2400"/>
              <a:buFont typeface="Calibri"/>
              <a:buNone/>
            </a:pPr>
            <a:r>
              <a:rPr lang="en" sz="2400" b="0" i="0" u="none">
                <a:solidFill>
                  <a:schemeClr val="dk1"/>
                </a:solidFill>
                <a:latin typeface="Calibri"/>
                <a:ea typeface="Calibri"/>
                <a:cs typeface="Calibri"/>
                <a:sym typeface="Calibri"/>
              </a:rPr>
              <a:t> Abstract</a:t>
            </a:r>
            <a:endParaRPr/>
          </a:p>
        </p:txBody>
      </p:sp>
      <p:sp>
        <p:nvSpPr>
          <p:cNvPr id="74" name="Google Shape;74;p15"/>
          <p:cNvSpPr txBox="1"/>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75" name="Google Shape;75;p15"/>
          <p:cNvSpPr txBox="1"/>
          <p:nvPr/>
        </p:nvSpPr>
        <p:spPr>
          <a:xfrm>
            <a:off x="753975" y="4767275"/>
            <a:ext cx="7175100" cy="2739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1200"/>
              <a:buFont typeface="Calibri"/>
              <a:buNone/>
            </a:pPr>
            <a:r>
              <a:rPr lang="en" sz="1200" dirty="0">
                <a:solidFill>
                  <a:srgbClr val="898989"/>
                </a:solidFill>
                <a:latin typeface="Calibri"/>
                <a:ea typeface="Calibri"/>
                <a:cs typeface="Calibri"/>
                <a:sym typeface="Calibri"/>
              </a:rPr>
              <a:t>Epilepsy Prediction and Emergency Response System</a:t>
            </a:r>
            <a:r>
              <a:rPr lang="en" sz="1200" b="0" i="0" u="none" dirty="0">
                <a:solidFill>
                  <a:srgbClr val="898989"/>
                </a:solidFill>
                <a:latin typeface="Calibri"/>
                <a:ea typeface="Calibri"/>
                <a:cs typeface="Calibri"/>
                <a:sym typeface="Calibri"/>
              </a:rPr>
              <a:t>-(</a:t>
            </a:r>
            <a:r>
              <a:rPr lang="en" sz="1200" dirty="0">
                <a:solidFill>
                  <a:srgbClr val="898989"/>
                </a:solidFill>
                <a:latin typeface="Calibri"/>
                <a:ea typeface="Calibri"/>
                <a:cs typeface="Calibri"/>
                <a:sym typeface="Calibri"/>
              </a:rPr>
              <a:t>11</a:t>
            </a:r>
            <a:r>
              <a:rPr lang="en" sz="1200" b="0" i="0" u="none" dirty="0">
                <a:solidFill>
                  <a:srgbClr val="898989"/>
                </a:solidFill>
                <a:latin typeface="Calibri"/>
                <a:ea typeface="Calibri"/>
                <a:cs typeface="Calibri"/>
                <a:sym typeface="Calibri"/>
              </a:rPr>
              <a:t>)</a:t>
            </a:r>
            <a:endParaRPr dirty="0"/>
          </a:p>
        </p:txBody>
      </p:sp>
      <p:sp>
        <p:nvSpPr>
          <p:cNvPr id="76" name="Google Shape;76;p15"/>
          <p:cNvSpPr txBox="1"/>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 sz="1200" b="0" i="0" u="none">
                <a:solidFill>
                  <a:srgbClr val="898989"/>
                </a:solidFill>
                <a:latin typeface="Calibri"/>
                <a:ea typeface="Calibri"/>
                <a:cs typeface="Calibri"/>
                <a:sym typeface="Calibri"/>
              </a:rPr>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16"/>
          <p:cNvSpPr txBox="1">
            <a:spLocks noGrp="1"/>
          </p:cNvSpPr>
          <p:nvPr>
            <p:ph type="subTitle" idx="1"/>
          </p:nvPr>
        </p:nvSpPr>
        <p:spPr>
          <a:xfrm>
            <a:off x="177800" y="731044"/>
            <a:ext cx="8763000" cy="4057800"/>
          </a:xfrm>
          <a:prstGeom prst="rect">
            <a:avLst/>
          </a:prstGeom>
          <a:noFill/>
          <a:ln>
            <a:noFill/>
          </a:ln>
        </p:spPr>
        <p:txBody>
          <a:bodyPr spcFirstLastPara="1" wrap="square" lIns="91425" tIns="45700" rIns="91425" bIns="45700" anchor="t" anchorCtr="0">
            <a:noAutofit/>
          </a:bodyPr>
          <a:lstStyle/>
          <a:p>
            <a:pPr marL="342900" lvl="0" algn="just" rtl="0">
              <a:lnSpc>
                <a:spcPct val="100000"/>
              </a:lnSpc>
              <a:spcBef>
                <a:spcPts val="560"/>
              </a:spcBef>
              <a:spcAft>
                <a:spcPts val="0"/>
              </a:spcAft>
              <a:buClr>
                <a:schemeClr val="dk1"/>
              </a:buClr>
              <a:buSzPts val="2800"/>
              <a:buFont typeface="Arial" panose="020B0604020202020204" pitchFamily="34" charset="0"/>
              <a:buChar char="•"/>
            </a:pPr>
            <a:r>
              <a:rPr lang="en" sz="2000" b="1" dirty="0">
                <a:solidFill>
                  <a:schemeClr val="dk1"/>
                </a:solidFill>
                <a:latin typeface="Calibri"/>
                <a:ea typeface="Calibri"/>
                <a:cs typeface="Calibri"/>
                <a:sym typeface="Calibri"/>
              </a:rPr>
              <a:t>Epilepsy affects millions globally, characterized by unpredictable seizures that severely impact quality of life. </a:t>
            </a:r>
            <a:endParaRPr sz="2000" b="1" dirty="0">
              <a:solidFill>
                <a:schemeClr val="dk1"/>
              </a:solidFill>
              <a:latin typeface="Calibri"/>
              <a:ea typeface="Calibri"/>
              <a:cs typeface="Calibri"/>
              <a:sym typeface="Calibri"/>
            </a:endParaRPr>
          </a:p>
          <a:p>
            <a:pPr marL="342900" lvl="0" algn="just" rtl="0">
              <a:lnSpc>
                <a:spcPct val="100000"/>
              </a:lnSpc>
              <a:spcBef>
                <a:spcPts val="560"/>
              </a:spcBef>
              <a:spcAft>
                <a:spcPts val="0"/>
              </a:spcAft>
              <a:buClr>
                <a:schemeClr val="dk1"/>
              </a:buClr>
              <a:buSzPts val="2800"/>
              <a:buFont typeface="Arial" panose="020B0604020202020204" pitchFamily="34" charset="0"/>
              <a:buChar char="•"/>
            </a:pPr>
            <a:r>
              <a:rPr lang="en" sz="2000" b="1" dirty="0">
                <a:solidFill>
                  <a:schemeClr val="dk1"/>
                </a:solidFill>
                <a:latin typeface="Calibri"/>
                <a:ea typeface="Calibri"/>
                <a:cs typeface="Calibri"/>
                <a:sym typeface="Calibri"/>
              </a:rPr>
              <a:t>Current methods for seizure detection and management often suffer from delays and require manual intervention. This paper introduces a novel machine designed to autonomously detect epileptic seizures and deliver medication immediately. </a:t>
            </a:r>
            <a:endParaRPr sz="2000" b="1" dirty="0">
              <a:solidFill>
                <a:schemeClr val="dk1"/>
              </a:solidFill>
              <a:latin typeface="Calibri"/>
              <a:ea typeface="Calibri"/>
              <a:cs typeface="Calibri"/>
              <a:sym typeface="Calibri"/>
            </a:endParaRPr>
          </a:p>
          <a:p>
            <a:pPr marL="342900" lvl="0" algn="just" rtl="0">
              <a:lnSpc>
                <a:spcPct val="100000"/>
              </a:lnSpc>
              <a:spcBef>
                <a:spcPts val="560"/>
              </a:spcBef>
              <a:spcAft>
                <a:spcPts val="0"/>
              </a:spcAft>
              <a:buClr>
                <a:schemeClr val="dk1"/>
              </a:buClr>
              <a:buSzPts val="2800"/>
              <a:buFont typeface="Arial" panose="020B0604020202020204" pitchFamily="34" charset="0"/>
              <a:buChar char="•"/>
            </a:pPr>
            <a:r>
              <a:rPr lang="en" sz="2000" b="1" dirty="0">
                <a:solidFill>
                  <a:schemeClr val="dk1"/>
                </a:solidFill>
                <a:latin typeface="Calibri"/>
                <a:ea typeface="Calibri"/>
                <a:cs typeface="Calibri"/>
                <a:sym typeface="Calibri"/>
              </a:rPr>
              <a:t>By combining real-time physiological monitoring with advanced algorithms, the system aims to enhance response times and improve patient outcomes. This introduction outlines the motivation for the machine, its potential benefits, and its role in advancing epilepsy care.</a:t>
            </a:r>
            <a:endParaRPr sz="3000" b="1" dirty="0"/>
          </a:p>
        </p:txBody>
      </p:sp>
      <p:sp>
        <p:nvSpPr>
          <p:cNvPr id="82" name="Google Shape;82;p16"/>
          <p:cNvSpPr txBox="1">
            <a:spLocks noGrp="1"/>
          </p:cNvSpPr>
          <p:nvPr>
            <p:ph type="ctrTitle"/>
          </p:nvPr>
        </p:nvSpPr>
        <p:spPr>
          <a:xfrm>
            <a:off x="0" y="0"/>
            <a:ext cx="9144000" cy="685800"/>
          </a:xfrm>
          <a:prstGeom prst="rect">
            <a:avLst/>
          </a:prstGeom>
          <a:gradFill>
            <a:gsLst>
              <a:gs pos="0">
                <a:srgbClr val="8EB4E3"/>
              </a:gs>
              <a:gs pos="50000">
                <a:srgbClr val="C2D1ED"/>
              </a:gs>
              <a:gs pos="100000">
                <a:srgbClr val="E1E8F5"/>
              </a:gs>
            </a:gsLst>
            <a:lin ang="5400012" scaled="0"/>
          </a:grad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2400"/>
              <a:buFont typeface="Calibri"/>
              <a:buNone/>
            </a:pPr>
            <a:r>
              <a:rPr lang="en" sz="2400" b="0" i="0" u="none">
                <a:solidFill>
                  <a:schemeClr val="dk1"/>
                </a:solidFill>
                <a:latin typeface="Calibri"/>
                <a:ea typeface="Calibri"/>
                <a:cs typeface="Calibri"/>
                <a:sym typeface="Calibri"/>
              </a:rPr>
              <a:t> Introduction</a:t>
            </a:r>
            <a:endParaRPr/>
          </a:p>
        </p:txBody>
      </p:sp>
      <p:sp>
        <p:nvSpPr>
          <p:cNvPr id="83" name="Google Shape;83;p16"/>
          <p:cNvSpPr txBox="1"/>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84" name="Google Shape;84;p16"/>
          <p:cNvSpPr txBox="1"/>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 sz="1200" b="0" i="0" u="none">
                <a:solidFill>
                  <a:srgbClr val="898989"/>
                </a:solidFill>
                <a:latin typeface="Calibri"/>
                <a:ea typeface="Calibri"/>
                <a:cs typeface="Calibri"/>
                <a:sym typeface="Calibri"/>
              </a:rPr>
              <a:t>4</a:t>
            </a:fld>
            <a:endParaRPr/>
          </a:p>
        </p:txBody>
      </p:sp>
      <p:sp>
        <p:nvSpPr>
          <p:cNvPr id="85" name="Google Shape;85;p16"/>
          <p:cNvSpPr txBox="1"/>
          <p:nvPr/>
        </p:nvSpPr>
        <p:spPr>
          <a:xfrm>
            <a:off x="753975" y="4767275"/>
            <a:ext cx="7175100" cy="2739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1200"/>
              <a:buFont typeface="Calibri"/>
              <a:buNone/>
            </a:pPr>
            <a:r>
              <a:rPr lang="en" sz="1200" dirty="0">
                <a:solidFill>
                  <a:srgbClr val="898989"/>
                </a:solidFill>
                <a:latin typeface="Calibri"/>
                <a:ea typeface="Calibri"/>
                <a:cs typeface="Calibri"/>
                <a:sym typeface="Calibri"/>
              </a:rPr>
              <a:t>Epilepsy Prediction and Emergency Response System</a:t>
            </a:r>
            <a:r>
              <a:rPr lang="en" sz="1200" b="0" i="0" u="none" dirty="0">
                <a:solidFill>
                  <a:srgbClr val="898989"/>
                </a:solidFill>
                <a:latin typeface="Calibri"/>
                <a:ea typeface="Calibri"/>
                <a:cs typeface="Calibri"/>
                <a:sym typeface="Calibri"/>
              </a:rPr>
              <a:t>-(</a:t>
            </a:r>
            <a:r>
              <a:rPr lang="en" sz="1200" dirty="0">
                <a:solidFill>
                  <a:srgbClr val="898989"/>
                </a:solidFill>
                <a:latin typeface="Calibri"/>
                <a:ea typeface="Calibri"/>
                <a:cs typeface="Calibri"/>
                <a:sym typeface="Calibri"/>
              </a:rPr>
              <a:t>11</a:t>
            </a:r>
            <a:r>
              <a:rPr lang="en" sz="1200" b="0" i="0" u="none" dirty="0">
                <a:solidFill>
                  <a:srgbClr val="898989"/>
                </a:solidFill>
                <a:latin typeface="Calibri"/>
                <a:ea typeface="Calibri"/>
                <a:cs typeface="Calibri"/>
                <a:sym typeface="Calibri"/>
              </a:rPr>
              <a:t>)</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16"/>
          <p:cNvSpPr txBox="1">
            <a:spLocks noGrp="1"/>
          </p:cNvSpPr>
          <p:nvPr>
            <p:ph type="subTitle" idx="1"/>
          </p:nvPr>
        </p:nvSpPr>
        <p:spPr>
          <a:xfrm>
            <a:off x="177800" y="731044"/>
            <a:ext cx="8763000" cy="4057800"/>
          </a:xfrm>
          <a:prstGeom prst="rect">
            <a:avLst/>
          </a:prstGeom>
          <a:noFill/>
          <a:ln>
            <a:noFill/>
          </a:ln>
        </p:spPr>
        <p:txBody>
          <a:bodyPr spcFirstLastPara="1" wrap="square" lIns="91425" tIns="45700" rIns="91425" bIns="45700" anchor="t" anchorCtr="0">
            <a:noAutofit/>
          </a:bodyPr>
          <a:lstStyle/>
          <a:p>
            <a:pPr marL="0" lvl="0" indent="0" algn="just" rtl="0">
              <a:lnSpc>
                <a:spcPct val="100000"/>
              </a:lnSpc>
              <a:spcBef>
                <a:spcPts val="560"/>
              </a:spcBef>
              <a:spcAft>
                <a:spcPts val="0"/>
              </a:spcAft>
              <a:buClr>
                <a:schemeClr val="dk1"/>
              </a:buClr>
              <a:buSzPts val="2800"/>
            </a:pPr>
            <a:endParaRPr sz="3000" b="1" dirty="0"/>
          </a:p>
        </p:txBody>
      </p:sp>
      <p:sp>
        <p:nvSpPr>
          <p:cNvPr id="82" name="Google Shape;82;p16"/>
          <p:cNvSpPr txBox="1">
            <a:spLocks noGrp="1"/>
          </p:cNvSpPr>
          <p:nvPr>
            <p:ph type="ctrTitle"/>
          </p:nvPr>
        </p:nvSpPr>
        <p:spPr>
          <a:xfrm>
            <a:off x="0" y="0"/>
            <a:ext cx="9144000" cy="685800"/>
          </a:xfrm>
          <a:prstGeom prst="rect">
            <a:avLst/>
          </a:prstGeom>
          <a:gradFill>
            <a:gsLst>
              <a:gs pos="0">
                <a:srgbClr val="8EB4E3"/>
              </a:gs>
              <a:gs pos="50000">
                <a:srgbClr val="C2D1ED"/>
              </a:gs>
              <a:gs pos="100000">
                <a:srgbClr val="E1E8F5"/>
              </a:gs>
            </a:gsLst>
            <a:lin ang="5400012" scaled="0"/>
          </a:grad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2400"/>
              <a:buFont typeface="Calibri"/>
              <a:buNone/>
            </a:pPr>
            <a:r>
              <a:rPr lang="en" sz="2400" b="0" i="0" u="none">
                <a:solidFill>
                  <a:schemeClr val="dk1"/>
                </a:solidFill>
                <a:latin typeface="Calibri"/>
                <a:ea typeface="Calibri"/>
                <a:cs typeface="Calibri"/>
                <a:sym typeface="Calibri"/>
              </a:rPr>
              <a:t> Introduction</a:t>
            </a:r>
            <a:endParaRPr/>
          </a:p>
        </p:txBody>
      </p:sp>
      <p:sp>
        <p:nvSpPr>
          <p:cNvPr id="83" name="Google Shape;83;p16"/>
          <p:cNvSpPr txBox="1"/>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84" name="Google Shape;84;p16"/>
          <p:cNvSpPr txBox="1"/>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 sz="1200" b="0" i="0" u="none">
                <a:solidFill>
                  <a:srgbClr val="898989"/>
                </a:solidFill>
                <a:latin typeface="Calibri"/>
                <a:ea typeface="Calibri"/>
                <a:cs typeface="Calibri"/>
                <a:sym typeface="Calibri"/>
              </a:rPr>
              <a:t>5</a:t>
            </a:fld>
            <a:endParaRPr/>
          </a:p>
        </p:txBody>
      </p:sp>
      <p:sp>
        <p:nvSpPr>
          <p:cNvPr id="85" name="Google Shape;85;p16"/>
          <p:cNvSpPr txBox="1"/>
          <p:nvPr/>
        </p:nvSpPr>
        <p:spPr>
          <a:xfrm>
            <a:off x="753975" y="4767275"/>
            <a:ext cx="7175100" cy="2739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1200"/>
              <a:buFont typeface="Calibri"/>
              <a:buNone/>
            </a:pPr>
            <a:r>
              <a:rPr lang="en" sz="1200" dirty="0">
                <a:solidFill>
                  <a:srgbClr val="898989"/>
                </a:solidFill>
                <a:latin typeface="Calibri"/>
                <a:ea typeface="Calibri"/>
                <a:cs typeface="Calibri"/>
                <a:sym typeface="Calibri"/>
              </a:rPr>
              <a:t>Epilepsy Prediction and Emergency Response System</a:t>
            </a:r>
            <a:r>
              <a:rPr lang="en" sz="1200" b="0" i="0" u="none" dirty="0">
                <a:solidFill>
                  <a:srgbClr val="898989"/>
                </a:solidFill>
                <a:latin typeface="Calibri"/>
                <a:ea typeface="Calibri"/>
                <a:cs typeface="Calibri"/>
                <a:sym typeface="Calibri"/>
              </a:rPr>
              <a:t>-(</a:t>
            </a:r>
            <a:r>
              <a:rPr lang="en" sz="1200" dirty="0">
                <a:solidFill>
                  <a:srgbClr val="898989"/>
                </a:solidFill>
                <a:latin typeface="Calibri"/>
                <a:ea typeface="Calibri"/>
                <a:cs typeface="Calibri"/>
                <a:sym typeface="Calibri"/>
              </a:rPr>
              <a:t>11</a:t>
            </a:r>
            <a:r>
              <a:rPr lang="en" sz="1200" b="0" i="0" u="none" dirty="0">
                <a:solidFill>
                  <a:srgbClr val="898989"/>
                </a:solidFill>
                <a:latin typeface="Calibri"/>
                <a:ea typeface="Calibri"/>
                <a:cs typeface="Calibri"/>
                <a:sym typeface="Calibri"/>
              </a:rPr>
              <a:t>)</a:t>
            </a:r>
            <a:endParaRPr dirty="0"/>
          </a:p>
        </p:txBody>
      </p:sp>
      <p:pic>
        <p:nvPicPr>
          <p:cNvPr id="3" name="Picture 2">
            <a:extLst>
              <a:ext uri="{FF2B5EF4-FFF2-40B4-BE49-F238E27FC236}">
                <a16:creationId xmlns:a16="http://schemas.microsoft.com/office/drawing/2014/main" id="{017C8AB0-79A3-CE39-B29E-63B490355392}"/>
              </a:ext>
            </a:extLst>
          </p:cNvPr>
          <p:cNvPicPr>
            <a:picLocks noChangeAspect="1"/>
          </p:cNvPicPr>
          <p:nvPr/>
        </p:nvPicPr>
        <p:blipFill>
          <a:blip r:embed="rId3"/>
          <a:stretch>
            <a:fillRect/>
          </a:stretch>
        </p:blipFill>
        <p:spPr>
          <a:xfrm>
            <a:off x="6816052" y="1855145"/>
            <a:ext cx="2015469" cy="2659787"/>
          </a:xfrm>
          <a:prstGeom prst="rect">
            <a:avLst/>
          </a:prstGeom>
        </p:spPr>
      </p:pic>
      <p:pic>
        <p:nvPicPr>
          <p:cNvPr id="5" name="Picture 4">
            <a:extLst>
              <a:ext uri="{FF2B5EF4-FFF2-40B4-BE49-F238E27FC236}">
                <a16:creationId xmlns:a16="http://schemas.microsoft.com/office/drawing/2014/main" id="{7FA6B227-460A-0484-1D64-35751FD07144}"/>
              </a:ext>
            </a:extLst>
          </p:cNvPr>
          <p:cNvPicPr>
            <a:picLocks noChangeAspect="1"/>
          </p:cNvPicPr>
          <p:nvPr/>
        </p:nvPicPr>
        <p:blipFill>
          <a:blip r:embed="rId4"/>
          <a:stretch>
            <a:fillRect/>
          </a:stretch>
        </p:blipFill>
        <p:spPr>
          <a:xfrm>
            <a:off x="4572000" y="871362"/>
            <a:ext cx="2820744" cy="1877077"/>
          </a:xfrm>
          <a:prstGeom prst="rect">
            <a:avLst/>
          </a:prstGeom>
        </p:spPr>
      </p:pic>
      <p:pic>
        <p:nvPicPr>
          <p:cNvPr id="7" name="Picture 6">
            <a:extLst>
              <a:ext uri="{FF2B5EF4-FFF2-40B4-BE49-F238E27FC236}">
                <a16:creationId xmlns:a16="http://schemas.microsoft.com/office/drawing/2014/main" id="{9BC78C4B-2B9C-9093-D55E-9DA017962680}"/>
              </a:ext>
            </a:extLst>
          </p:cNvPr>
          <p:cNvPicPr>
            <a:picLocks noChangeAspect="1"/>
          </p:cNvPicPr>
          <p:nvPr/>
        </p:nvPicPr>
        <p:blipFill>
          <a:blip r:embed="rId5"/>
          <a:stretch>
            <a:fillRect/>
          </a:stretch>
        </p:blipFill>
        <p:spPr>
          <a:xfrm>
            <a:off x="112133" y="751042"/>
            <a:ext cx="4086478" cy="3641416"/>
          </a:xfrm>
          <a:prstGeom prst="rect">
            <a:avLst/>
          </a:prstGeom>
        </p:spPr>
      </p:pic>
    </p:spTree>
    <p:extLst>
      <p:ext uri="{BB962C8B-B14F-4D97-AF65-F5344CB8AC3E}">
        <p14:creationId xmlns:p14="http://schemas.microsoft.com/office/powerpoint/2010/main" val="6073318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7"/>
          <p:cNvSpPr txBox="1">
            <a:spLocks noGrp="1"/>
          </p:cNvSpPr>
          <p:nvPr>
            <p:ph type="subTitle" idx="1"/>
          </p:nvPr>
        </p:nvSpPr>
        <p:spPr>
          <a:xfrm>
            <a:off x="177800" y="731044"/>
            <a:ext cx="8763000" cy="4057800"/>
          </a:xfrm>
          <a:prstGeom prst="rect">
            <a:avLst/>
          </a:prstGeom>
          <a:noFill/>
          <a:ln>
            <a:noFill/>
          </a:ln>
        </p:spPr>
        <p:txBody>
          <a:bodyPr spcFirstLastPara="1" wrap="square" lIns="91425" tIns="45700" rIns="91425" bIns="45700" anchor="t" anchorCtr="0">
            <a:noAutofit/>
          </a:bodyPr>
          <a:lstStyle/>
          <a:p>
            <a:pPr marL="0" lvl="0" indent="0" algn="just" rtl="0">
              <a:spcBef>
                <a:spcPts val="560"/>
              </a:spcBef>
              <a:spcAft>
                <a:spcPts val="0"/>
              </a:spcAft>
              <a:buClr>
                <a:schemeClr val="dk1"/>
              </a:buClr>
              <a:buSzPts val="2800"/>
              <a:buNone/>
            </a:pPr>
            <a:r>
              <a:rPr lang="en" sz="1800" b="1" dirty="0">
                <a:solidFill>
                  <a:schemeClr val="dk1"/>
                </a:solidFill>
                <a:latin typeface="Calibri"/>
                <a:ea typeface="Calibri"/>
                <a:cs typeface="Calibri"/>
                <a:sym typeface="Calibri"/>
              </a:rPr>
              <a:t>Epilepsy is a neurological disorder that affects millions of people worldwide, causing unpredictable and debilitating seizures that can lead to injuries, emotional trauma, and even death. </a:t>
            </a:r>
            <a:endParaRPr sz="1800" b="1" dirty="0">
              <a:solidFill>
                <a:schemeClr val="dk1"/>
              </a:solidFill>
              <a:latin typeface="Calibri"/>
              <a:ea typeface="Calibri"/>
              <a:cs typeface="Calibri"/>
              <a:sym typeface="Calibri"/>
            </a:endParaRPr>
          </a:p>
          <a:p>
            <a:pPr marL="0" lvl="0" indent="0" algn="just" rtl="0">
              <a:spcBef>
                <a:spcPts val="560"/>
              </a:spcBef>
              <a:spcAft>
                <a:spcPts val="0"/>
              </a:spcAft>
              <a:buClr>
                <a:schemeClr val="dk1"/>
              </a:buClr>
              <a:buSzPts val="2800"/>
              <a:buNone/>
            </a:pPr>
            <a:r>
              <a:rPr lang="en" sz="1800" b="1" dirty="0">
                <a:solidFill>
                  <a:schemeClr val="dk1"/>
                </a:solidFill>
                <a:latin typeface="Calibri"/>
                <a:ea typeface="Calibri"/>
                <a:cs typeface="Calibri"/>
                <a:sym typeface="Calibri"/>
              </a:rPr>
              <a:t>Current methods for managing epilepsy rely on manual observation, medication, and emergency services, which may not always be readily available or effective in preventing severe seizures.</a:t>
            </a:r>
            <a:endParaRPr sz="1800" b="1" dirty="0">
              <a:solidFill>
                <a:schemeClr val="dk1"/>
              </a:solidFill>
              <a:latin typeface="Calibri"/>
              <a:ea typeface="Calibri"/>
              <a:cs typeface="Calibri"/>
              <a:sym typeface="Calibri"/>
            </a:endParaRPr>
          </a:p>
          <a:p>
            <a:pPr marL="0" lvl="0" indent="0" algn="just" rtl="0">
              <a:spcBef>
                <a:spcPts val="560"/>
              </a:spcBef>
              <a:spcAft>
                <a:spcPts val="0"/>
              </a:spcAft>
              <a:buClr>
                <a:schemeClr val="dk1"/>
              </a:buClr>
              <a:buSzPts val="1100"/>
              <a:buFont typeface="Arial"/>
              <a:buNone/>
            </a:pPr>
            <a:r>
              <a:rPr lang="en" sz="1800" b="1" dirty="0">
                <a:solidFill>
                  <a:schemeClr val="dk1"/>
                </a:solidFill>
                <a:latin typeface="Calibri"/>
                <a:ea typeface="Calibri"/>
                <a:cs typeface="Calibri"/>
                <a:sym typeface="Calibri"/>
              </a:rPr>
              <a:t>Key Challenges:</a:t>
            </a:r>
            <a:endParaRPr sz="1800" b="1" dirty="0">
              <a:solidFill>
                <a:schemeClr val="dk1"/>
              </a:solidFill>
              <a:latin typeface="Calibri"/>
              <a:ea typeface="Calibri"/>
              <a:cs typeface="Calibri"/>
              <a:sym typeface="Calibri"/>
            </a:endParaRPr>
          </a:p>
          <a:p>
            <a:pPr marL="0" lvl="0" indent="0" algn="just" rtl="0">
              <a:spcBef>
                <a:spcPts val="560"/>
              </a:spcBef>
              <a:spcAft>
                <a:spcPts val="0"/>
              </a:spcAft>
              <a:buClr>
                <a:schemeClr val="dk1"/>
              </a:buClr>
              <a:buSzPts val="1100"/>
              <a:buFont typeface="Arial"/>
              <a:buNone/>
            </a:pPr>
            <a:r>
              <a:rPr lang="en" sz="1800" b="1" dirty="0">
                <a:solidFill>
                  <a:schemeClr val="dk1"/>
                </a:solidFill>
                <a:latin typeface="Calibri"/>
                <a:ea typeface="Calibri"/>
                <a:cs typeface="Calibri"/>
                <a:sym typeface="Calibri"/>
              </a:rPr>
              <a:t>1. Timely Detection: </a:t>
            </a:r>
            <a:r>
              <a:rPr lang="en" sz="1800" dirty="0">
                <a:solidFill>
                  <a:schemeClr val="dk1"/>
                </a:solidFill>
                <a:latin typeface="Calibri"/>
                <a:ea typeface="Calibri"/>
                <a:cs typeface="Calibri"/>
                <a:sym typeface="Calibri"/>
              </a:rPr>
              <a:t>Existing methods often fail to detect seizure onset, leading to delayed medical intervention.</a:t>
            </a:r>
            <a:endParaRPr sz="1800" dirty="0">
              <a:solidFill>
                <a:schemeClr val="dk1"/>
              </a:solidFill>
              <a:latin typeface="Calibri"/>
              <a:ea typeface="Calibri"/>
              <a:cs typeface="Calibri"/>
              <a:sym typeface="Calibri"/>
            </a:endParaRPr>
          </a:p>
          <a:p>
            <a:pPr marL="0" lvl="0" indent="0" algn="just" rtl="0">
              <a:spcBef>
                <a:spcPts val="560"/>
              </a:spcBef>
              <a:spcAft>
                <a:spcPts val="0"/>
              </a:spcAft>
              <a:buClr>
                <a:schemeClr val="dk1"/>
              </a:buClr>
              <a:buSzPts val="1100"/>
              <a:buFont typeface="Arial"/>
              <a:buNone/>
            </a:pPr>
            <a:r>
              <a:rPr lang="en" sz="1800" b="1" dirty="0">
                <a:solidFill>
                  <a:schemeClr val="dk1"/>
                </a:solidFill>
                <a:latin typeface="Calibri"/>
                <a:ea typeface="Calibri"/>
                <a:cs typeface="Calibri"/>
                <a:sym typeface="Calibri"/>
              </a:rPr>
              <a:t>2. Inadequate Response: </a:t>
            </a:r>
            <a:r>
              <a:rPr lang="en" sz="1800" dirty="0">
                <a:solidFill>
                  <a:schemeClr val="dk1"/>
                </a:solidFill>
                <a:latin typeface="Calibri"/>
                <a:ea typeface="Calibri"/>
                <a:cs typeface="Calibri"/>
                <a:sym typeface="Calibri"/>
              </a:rPr>
              <a:t>Current emergency responses may not be tailored to individual needs, leading to inadequate care.</a:t>
            </a:r>
            <a:endParaRPr sz="1800" dirty="0">
              <a:solidFill>
                <a:schemeClr val="dk1"/>
              </a:solidFill>
              <a:latin typeface="Calibri"/>
              <a:ea typeface="Calibri"/>
              <a:cs typeface="Calibri"/>
              <a:sym typeface="Calibri"/>
            </a:endParaRPr>
          </a:p>
          <a:p>
            <a:pPr marL="0" lvl="0" indent="0" algn="just" rtl="0">
              <a:spcBef>
                <a:spcPts val="560"/>
              </a:spcBef>
              <a:spcAft>
                <a:spcPts val="0"/>
              </a:spcAft>
              <a:buClr>
                <a:schemeClr val="dk1"/>
              </a:buClr>
              <a:buSzPts val="1100"/>
              <a:buFont typeface="Arial"/>
              <a:buNone/>
            </a:pPr>
            <a:r>
              <a:rPr lang="en" sz="1800" b="1" dirty="0">
                <a:solidFill>
                  <a:schemeClr val="dk1"/>
                </a:solidFill>
                <a:latin typeface="Calibri"/>
                <a:ea typeface="Calibri"/>
                <a:cs typeface="Calibri"/>
                <a:sym typeface="Calibri"/>
              </a:rPr>
              <a:t>3. Increased Risk: </a:t>
            </a:r>
            <a:r>
              <a:rPr lang="en" sz="1800" dirty="0">
                <a:solidFill>
                  <a:schemeClr val="dk1"/>
                </a:solidFill>
                <a:latin typeface="Calibri"/>
                <a:ea typeface="Calibri"/>
                <a:cs typeface="Calibri"/>
                <a:sym typeface="Calibri"/>
              </a:rPr>
              <a:t>Delayed or inadequate treatment can result in increased risk of injury, emotional trauma, and even death.</a:t>
            </a:r>
            <a:endParaRPr sz="1800" dirty="0">
              <a:solidFill>
                <a:schemeClr val="dk1"/>
              </a:solidFill>
              <a:latin typeface="Calibri"/>
              <a:ea typeface="Calibri"/>
              <a:cs typeface="Calibri"/>
              <a:sym typeface="Calibri"/>
            </a:endParaRPr>
          </a:p>
          <a:p>
            <a:pPr marL="0" lvl="0" indent="0" algn="just" rtl="0">
              <a:spcBef>
                <a:spcPts val="560"/>
              </a:spcBef>
              <a:spcAft>
                <a:spcPts val="0"/>
              </a:spcAft>
              <a:buClr>
                <a:schemeClr val="dk1"/>
              </a:buClr>
              <a:buSzPts val="2800"/>
              <a:buNone/>
            </a:pPr>
            <a:endParaRPr sz="1900" b="1" dirty="0">
              <a:solidFill>
                <a:schemeClr val="dk1"/>
              </a:solidFill>
              <a:latin typeface="Calibri"/>
              <a:ea typeface="Calibri"/>
              <a:cs typeface="Calibri"/>
              <a:sym typeface="Calibri"/>
            </a:endParaRPr>
          </a:p>
        </p:txBody>
      </p:sp>
      <p:sp>
        <p:nvSpPr>
          <p:cNvPr id="91" name="Google Shape;91;p17"/>
          <p:cNvSpPr txBox="1">
            <a:spLocks noGrp="1"/>
          </p:cNvSpPr>
          <p:nvPr>
            <p:ph type="ctrTitle"/>
          </p:nvPr>
        </p:nvSpPr>
        <p:spPr>
          <a:xfrm>
            <a:off x="0" y="0"/>
            <a:ext cx="9144000" cy="685800"/>
          </a:xfrm>
          <a:prstGeom prst="rect">
            <a:avLst/>
          </a:prstGeom>
          <a:gradFill>
            <a:gsLst>
              <a:gs pos="0">
                <a:srgbClr val="8EB4E3"/>
              </a:gs>
              <a:gs pos="50000">
                <a:srgbClr val="C2D1ED"/>
              </a:gs>
              <a:gs pos="100000">
                <a:srgbClr val="E1E8F5"/>
              </a:gs>
            </a:gsLst>
            <a:lin ang="5400012" scaled="0"/>
          </a:grad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2400"/>
              <a:buFont typeface="Calibri"/>
              <a:buNone/>
            </a:pPr>
            <a:r>
              <a:rPr lang="en" sz="2400" b="0" i="0" u="none">
                <a:solidFill>
                  <a:schemeClr val="dk1"/>
                </a:solidFill>
                <a:latin typeface="Calibri"/>
                <a:ea typeface="Calibri"/>
                <a:cs typeface="Calibri"/>
                <a:sym typeface="Calibri"/>
              </a:rPr>
              <a:t>Problem Definition</a:t>
            </a:r>
            <a:r>
              <a:rPr lang="en" sz="2400" b="1" i="0" u="none">
                <a:solidFill>
                  <a:schemeClr val="dk1"/>
                </a:solidFill>
                <a:latin typeface="Calibri"/>
                <a:ea typeface="Calibri"/>
                <a:cs typeface="Calibri"/>
                <a:sym typeface="Calibri"/>
              </a:rPr>
              <a:t> </a:t>
            </a:r>
            <a:endParaRPr/>
          </a:p>
        </p:txBody>
      </p:sp>
      <p:sp>
        <p:nvSpPr>
          <p:cNvPr id="92" name="Google Shape;92;p17"/>
          <p:cNvSpPr txBox="1"/>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93" name="Google Shape;93;p17"/>
          <p:cNvSpPr txBox="1"/>
          <p:nvPr/>
        </p:nvSpPr>
        <p:spPr>
          <a:xfrm>
            <a:off x="1431150" y="4919675"/>
            <a:ext cx="6570000" cy="2739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898989"/>
              </a:buClr>
              <a:buSzPts val="1200"/>
              <a:buFont typeface="Calibri"/>
              <a:buNone/>
            </a:pPr>
            <a:r>
              <a:rPr lang="en-US" sz="1200" dirty="0">
                <a:solidFill>
                  <a:srgbClr val="898989"/>
                </a:solidFill>
                <a:latin typeface="Calibri"/>
                <a:ea typeface="Calibri"/>
                <a:cs typeface="Calibri"/>
                <a:sym typeface="Calibri"/>
              </a:rPr>
              <a:t>Epilepsy </a:t>
            </a:r>
            <a:r>
              <a:rPr lang="en" sz="1200" dirty="0">
                <a:solidFill>
                  <a:srgbClr val="898989"/>
                </a:solidFill>
                <a:latin typeface="Calibri"/>
                <a:ea typeface="Calibri"/>
                <a:cs typeface="Calibri"/>
                <a:sym typeface="Calibri"/>
              </a:rPr>
              <a:t>Prediction</a:t>
            </a:r>
            <a:r>
              <a:rPr lang="en-US" sz="1200" dirty="0">
                <a:solidFill>
                  <a:srgbClr val="898989"/>
                </a:solidFill>
                <a:latin typeface="Calibri"/>
                <a:ea typeface="Calibri"/>
                <a:cs typeface="Calibri"/>
                <a:sym typeface="Calibri"/>
              </a:rPr>
              <a:t> and Emergency Response System-(11)</a:t>
            </a:r>
            <a:endParaRPr lang="en-US" dirty="0"/>
          </a:p>
          <a:p>
            <a:pPr marL="0" marR="0" lvl="0" indent="0" algn="ctr" rtl="0">
              <a:lnSpc>
                <a:spcPct val="100000"/>
              </a:lnSpc>
              <a:spcBef>
                <a:spcPts val="0"/>
              </a:spcBef>
              <a:spcAft>
                <a:spcPts val="0"/>
              </a:spcAft>
              <a:buClr>
                <a:srgbClr val="898989"/>
              </a:buClr>
              <a:buSzPts val="1200"/>
              <a:buFont typeface="Calibri"/>
              <a:buNone/>
            </a:pPr>
            <a:endParaRPr lang="en-US" sz="1200" dirty="0">
              <a:solidFill>
                <a:srgbClr val="898989"/>
              </a:solidFill>
              <a:latin typeface="Calibri"/>
              <a:ea typeface="Calibri"/>
              <a:cs typeface="Calibri"/>
              <a:sym typeface="Calibri"/>
            </a:endParaRPr>
          </a:p>
        </p:txBody>
      </p:sp>
      <p:sp>
        <p:nvSpPr>
          <p:cNvPr id="94" name="Google Shape;94;p17"/>
          <p:cNvSpPr txBox="1"/>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 sz="1200" b="0" i="0" u="none">
                <a:solidFill>
                  <a:srgbClr val="898989"/>
                </a:solidFill>
                <a:latin typeface="Calibri"/>
                <a:ea typeface="Calibri"/>
                <a:cs typeface="Calibri"/>
                <a:sym typeface="Calibri"/>
              </a:rPr>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8"/>
          <p:cNvSpPr txBox="1">
            <a:spLocks noGrp="1"/>
          </p:cNvSpPr>
          <p:nvPr>
            <p:ph type="subTitle" idx="1"/>
          </p:nvPr>
        </p:nvSpPr>
        <p:spPr>
          <a:xfrm>
            <a:off x="177800" y="731044"/>
            <a:ext cx="8763000" cy="4057800"/>
          </a:xfrm>
          <a:prstGeom prst="rect">
            <a:avLst/>
          </a:prstGeom>
          <a:noFill/>
          <a:ln>
            <a:noFill/>
          </a:ln>
        </p:spPr>
        <p:txBody>
          <a:bodyPr spcFirstLastPara="1" wrap="square" lIns="91425" tIns="45700" rIns="91425" bIns="45700" anchor="t" anchorCtr="0">
            <a:noAutofit/>
          </a:bodyPr>
          <a:lstStyle/>
          <a:p>
            <a:pPr marL="457200" lvl="0" indent="-355600" algn="just" rtl="0">
              <a:spcBef>
                <a:spcPts val="480"/>
              </a:spcBef>
              <a:spcAft>
                <a:spcPts val="0"/>
              </a:spcAft>
              <a:buClr>
                <a:schemeClr val="dk1"/>
              </a:buClr>
              <a:buSzPts val="2000"/>
              <a:buFont typeface="Calibri"/>
              <a:buAutoNum type="arabicPeriod"/>
            </a:pPr>
            <a:r>
              <a:rPr lang="en" sz="2000" b="1" dirty="0">
                <a:solidFill>
                  <a:schemeClr val="dk1"/>
                </a:solidFill>
                <a:latin typeface="Calibri"/>
                <a:ea typeface="Calibri"/>
                <a:cs typeface="Calibri"/>
                <a:sym typeface="Calibri"/>
              </a:rPr>
              <a:t>Develop a machine that accurately detects epilepsy symptoms in real-time.</a:t>
            </a:r>
            <a:endParaRPr sz="2000" b="1" dirty="0">
              <a:solidFill>
                <a:schemeClr val="dk1"/>
              </a:solidFill>
              <a:latin typeface="Calibri"/>
              <a:ea typeface="Calibri"/>
              <a:cs typeface="Calibri"/>
              <a:sym typeface="Calibri"/>
            </a:endParaRPr>
          </a:p>
          <a:p>
            <a:pPr marL="457200" lvl="0" indent="-355600" algn="just" rtl="0">
              <a:spcBef>
                <a:spcPts val="0"/>
              </a:spcBef>
              <a:spcAft>
                <a:spcPts val="0"/>
              </a:spcAft>
              <a:buClr>
                <a:schemeClr val="dk1"/>
              </a:buClr>
              <a:buSzPts val="2000"/>
              <a:buFont typeface="Calibri"/>
              <a:buAutoNum type="arabicPeriod"/>
            </a:pPr>
            <a:r>
              <a:rPr lang="en" sz="2000" b="1" dirty="0">
                <a:solidFill>
                  <a:schemeClr val="dk1"/>
                </a:solidFill>
                <a:latin typeface="Calibri"/>
                <a:ea typeface="Calibri"/>
                <a:cs typeface="Calibri"/>
                <a:sym typeface="Calibri"/>
              </a:rPr>
              <a:t>Design an automated injection system for rapid administration of calming medication.</a:t>
            </a:r>
            <a:endParaRPr sz="2000" b="1" dirty="0">
              <a:solidFill>
                <a:schemeClr val="dk1"/>
              </a:solidFill>
              <a:latin typeface="Calibri"/>
              <a:ea typeface="Calibri"/>
              <a:cs typeface="Calibri"/>
              <a:sym typeface="Calibri"/>
            </a:endParaRPr>
          </a:p>
          <a:p>
            <a:pPr marL="457200" lvl="0" indent="-355600" algn="just" rtl="0">
              <a:spcBef>
                <a:spcPts val="0"/>
              </a:spcBef>
              <a:spcAft>
                <a:spcPts val="0"/>
              </a:spcAft>
              <a:buClr>
                <a:schemeClr val="dk1"/>
              </a:buClr>
              <a:buSzPts val="2000"/>
              <a:buFont typeface="Calibri"/>
              <a:buAutoNum type="arabicPeriod"/>
            </a:pPr>
            <a:r>
              <a:rPr lang="en" sz="2000" b="1" dirty="0">
                <a:solidFill>
                  <a:schemeClr val="dk1"/>
                </a:solidFill>
                <a:latin typeface="Calibri"/>
                <a:ea typeface="Calibri"/>
                <a:cs typeface="Calibri"/>
                <a:sym typeface="Calibri"/>
              </a:rPr>
              <a:t>Create a user-friendly interface for easy monitoring and alerts.</a:t>
            </a:r>
            <a:endParaRPr sz="2000" b="1" dirty="0">
              <a:solidFill>
                <a:schemeClr val="dk1"/>
              </a:solidFill>
              <a:latin typeface="Calibri"/>
              <a:ea typeface="Calibri"/>
              <a:cs typeface="Calibri"/>
              <a:sym typeface="Calibri"/>
            </a:endParaRPr>
          </a:p>
          <a:p>
            <a:pPr marL="0" lvl="0" indent="0" algn="just" rtl="0">
              <a:lnSpc>
                <a:spcPct val="100000"/>
              </a:lnSpc>
              <a:spcBef>
                <a:spcPts val="480"/>
              </a:spcBef>
              <a:spcAft>
                <a:spcPts val="0"/>
              </a:spcAft>
              <a:buClr>
                <a:schemeClr val="dk1"/>
              </a:buClr>
              <a:buSzPts val="2400"/>
              <a:buNone/>
            </a:pPr>
            <a:endParaRPr sz="2000" b="1" dirty="0">
              <a:solidFill>
                <a:schemeClr val="dk1"/>
              </a:solidFill>
              <a:latin typeface="Calibri"/>
              <a:ea typeface="Calibri"/>
              <a:cs typeface="Calibri"/>
              <a:sym typeface="Calibri"/>
            </a:endParaRPr>
          </a:p>
          <a:p>
            <a:pPr marL="0" lvl="0" indent="0" algn="just" rtl="0">
              <a:lnSpc>
                <a:spcPct val="100000"/>
              </a:lnSpc>
              <a:spcBef>
                <a:spcPts val="480"/>
              </a:spcBef>
              <a:spcAft>
                <a:spcPts val="0"/>
              </a:spcAft>
              <a:buClr>
                <a:schemeClr val="dk1"/>
              </a:buClr>
              <a:buSzPts val="2400"/>
              <a:buNone/>
            </a:pPr>
            <a:r>
              <a:rPr lang="en" sz="2000" b="1" dirty="0">
                <a:solidFill>
                  <a:schemeClr val="dk1"/>
                </a:solidFill>
                <a:latin typeface="Calibri"/>
                <a:ea typeface="Calibri"/>
                <a:cs typeface="Calibri"/>
                <a:sym typeface="Calibri"/>
              </a:rPr>
              <a:t>Target User:</a:t>
            </a:r>
            <a:endParaRPr sz="2000" b="1" dirty="0">
              <a:solidFill>
                <a:schemeClr val="dk1"/>
              </a:solidFill>
              <a:latin typeface="Calibri"/>
              <a:ea typeface="Calibri"/>
              <a:cs typeface="Calibri"/>
              <a:sym typeface="Calibri"/>
            </a:endParaRPr>
          </a:p>
          <a:p>
            <a:pPr marL="0" lvl="0" indent="0" algn="just" rtl="0">
              <a:spcBef>
                <a:spcPts val="480"/>
              </a:spcBef>
              <a:spcAft>
                <a:spcPts val="0"/>
              </a:spcAft>
              <a:buClr>
                <a:schemeClr val="dk1"/>
              </a:buClr>
              <a:buSzPts val="1100"/>
              <a:buFont typeface="Arial"/>
              <a:buNone/>
            </a:pPr>
            <a:r>
              <a:rPr lang="en" sz="2000" b="1" dirty="0">
                <a:solidFill>
                  <a:schemeClr val="dk1"/>
                </a:solidFill>
                <a:latin typeface="Calibri"/>
                <a:ea typeface="Calibri"/>
                <a:cs typeface="Calibri"/>
                <a:sym typeface="Calibri"/>
              </a:rPr>
              <a:t>1. Individuals living with epilepsy</a:t>
            </a:r>
            <a:endParaRPr sz="2000" b="1" dirty="0">
              <a:solidFill>
                <a:schemeClr val="dk1"/>
              </a:solidFill>
              <a:latin typeface="Calibri"/>
              <a:ea typeface="Calibri"/>
              <a:cs typeface="Calibri"/>
              <a:sym typeface="Calibri"/>
            </a:endParaRPr>
          </a:p>
          <a:p>
            <a:pPr marL="0" lvl="0" indent="0" algn="just" rtl="0">
              <a:spcBef>
                <a:spcPts val="480"/>
              </a:spcBef>
              <a:spcAft>
                <a:spcPts val="0"/>
              </a:spcAft>
              <a:buClr>
                <a:schemeClr val="dk1"/>
              </a:buClr>
              <a:buSzPts val="1100"/>
              <a:buFont typeface="Arial"/>
              <a:buNone/>
            </a:pPr>
            <a:r>
              <a:rPr lang="en" sz="2000" b="1" dirty="0">
                <a:solidFill>
                  <a:schemeClr val="dk1"/>
                </a:solidFill>
                <a:latin typeface="Calibri"/>
                <a:ea typeface="Calibri"/>
                <a:cs typeface="Calibri"/>
                <a:sym typeface="Calibri"/>
              </a:rPr>
              <a:t>2. Caregivers and family members</a:t>
            </a:r>
            <a:endParaRPr sz="2000" b="1" dirty="0">
              <a:solidFill>
                <a:schemeClr val="dk1"/>
              </a:solidFill>
              <a:latin typeface="Calibri"/>
              <a:ea typeface="Calibri"/>
              <a:cs typeface="Calibri"/>
              <a:sym typeface="Calibri"/>
            </a:endParaRPr>
          </a:p>
          <a:p>
            <a:pPr marL="0" lvl="0" indent="0" algn="just" rtl="0">
              <a:spcBef>
                <a:spcPts val="480"/>
              </a:spcBef>
              <a:spcAft>
                <a:spcPts val="0"/>
              </a:spcAft>
              <a:buClr>
                <a:schemeClr val="dk1"/>
              </a:buClr>
              <a:buSzPts val="1100"/>
              <a:buFont typeface="Arial"/>
              <a:buNone/>
            </a:pPr>
            <a:r>
              <a:rPr lang="en" sz="2000" b="1" dirty="0">
                <a:solidFill>
                  <a:schemeClr val="dk1"/>
                </a:solidFill>
                <a:latin typeface="Calibri"/>
                <a:ea typeface="Calibri"/>
                <a:cs typeface="Calibri"/>
                <a:sym typeface="Calibri"/>
              </a:rPr>
              <a:t>3. Medical professionals/Hospitals</a:t>
            </a:r>
            <a:endParaRPr sz="2000" b="1" dirty="0">
              <a:solidFill>
                <a:schemeClr val="dk1"/>
              </a:solidFill>
              <a:latin typeface="Calibri"/>
              <a:ea typeface="Calibri"/>
              <a:cs typeface="Calibri"/>
              <a:sym typeface="Calibri"/>
            </a:endParaRPr>
          </a:p>
          <a:p>
            <a:pPr marL="0" lvl="0" indent="0" algn="just" rtl="0">
              <a:spcBef>
                <a:spcPts val="480"/>
              </a:spcBef>
              <a:spcAft>
                <a:spcPts val="0"/>
              </a:spcAft>
              <a:buClr>
                <a:schemeClr val="dk1"/>
              </a:buClr>
              <a:buSzPts val="1100"/>
              <a:buFont typeface="Arial"/>
              <a:buNone/>
            </a:pPr>
            <a:endParaRPr sz="1800" dirty="0">
              <a:solidFill>
                <a:schemeClr val="dk1"/>
              </a:solidFill>
              <a:latin typeface="Calibri"/>
              <a:ea typeface="Calibri"/>
              <a:cs typeface="Calibri"/>
              <a:sym typeface="Calibri"/>
            </a:endParaRPr>
          </a:p>
          <a:p>
            <a:pPr marL="0" lvl="0" indent="0" algn="just" rtl="0">
              <a:lnSpc>
                <a:spcPct val="100000"/>
              </a:lnSpc>
              <a:spcBef>
                <a:spcPts val="480"/>
              </a:spcBef>
              <a:spcAft>
                <a:spcPts val="0"/>
              </a:spcAft>
              <a:buClr>
                <a:schemeClr val="dk1"/>
              </a:buClr>
              <a:buSzPts val="2400"/>
              <a:buNone/>
            </a:pPr>
            <a:endParaRPr sz="1800" dirty="0">
              <a:solidFill>
                <a:schemeClr val="dk1"/>
              </a:solidFill>
              <a:latin typeface="Calibri"/>
              <a:ea typeface="Calibri"/>
              <a:cs typeface="Calibri"/>
              <a:sym typeface="Calibri"/>
            </a:endParaRPr>
          </a:p>
        </p:txBody>
      </p:sp>
      <p:sp>
        <p:nvSpPr>
          <p:cNvPr id="100" name="Google Shape;100;p18"/>
          <p:cNvSpPr txBox="1">
            <a:spLocks noGrp="1"/>
          </p:cNvSpPr>
          <p:nvPr>
            <p:ph type="ctrTitle"/>
          </p:nvPr>
        </p:nvSpPr>
        <p:spPr>
          <a:xfrm>
            <a:off x="0" y="0"/>
            <a:ext cx="9144000" cy="685800"/>
          </a:xfrm>
          <a:prstGeom prst="rect">
            <a:avLst/>
          </a:prstGeom>
          <a:gradFill>
            <a:gsLst>
              <a:gs pos="0">
                <a:srgbClr val="8EB4E3"/>
              </a:gs>
              <a:gs pos="50000">
                <a:srgbClr val="C2D1ED"/>
              </a:gs>
              <a:gs pos="100000">
                <a:srgbClr val="E1E8F5"/>
              </a:gs>
            </a:gsLst>
            <a:lin ang="5400012" scaled="0"/>
          </a:grad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2400"/>
              <a:buFont typeface="Calibri"/>
              <a:buNone/>
            </a:pPr>
            <a:r>
              <a:rPr lang="en" sz="2400" b="0" i="0" u="none">
                <a:solidFill>
                  <a:schemeClr val="dk1"/>
                </a:solidFill>
                <a:latin typeface="Calibri"/>
                <a:ea typeface="Calibri"/>
                <a:cs typeface="Calibri"/>
                <a:sym typeface="Calibri"/>
              </a:rPr>
              <a:t>Aim and Objectives</a:t>
            </a:r>
            <a:endParaRPr/>
          </a:p>
        </p:txBody>
      </p:sp>
      <p:sp>
        <p:nvSpPr>
          <p:cNvPr id="101" name="Google Shape;101;p18"/>
          <p:cNvSpPr txBox="1"/>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02" name="Google Shape;102;p18"/>
          <p:cNvSpPr txBox="1"/>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 sz="1200" b="0" i="0" u="none">
                <a:solidFill>
                  <a:srgbClr val="898989"/>
                </a:solidFill>
                <a:latin typeface="Calibri"/>
                <a:ea typeface="Calibri"/>
                <a:cs typeface="Calibri"/>
                <a:sym typeface="Calibri"/>
              </a:rPr>
              <a:t>7</a:t>
            </a:fld>
            <a:endParaRPr/>
          </a:p>
        </p:txBody>
      </p:sp>
      <p:sp>
        <p:nvSpPr>
          <p:cNvPr id="103" name="Google Shape;103;p18"/>
          <p:cNvSpPr txBox="1"/>
          <p:nvPr/>
        </p:nvSpPr>
        <p:spPr>
          <a:xfrm>
            <a:off x="753975" y="4767275"/>
            <a:ext cx="7175100" cy="2739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1200"/>
              <a:buFont typeface="Calibri"/>
              <a:buNone/>
            </a:pPr>
            <a:r>
              <a:rPr lang="en" sz="1200" dirty="0">
                <a:solidFill>
                  <a:srgbClr val="898989"/>
                </a:solidFill>
                <a:latin typeface="Calibri"/>
                <a:ea typeface="Calibri"/>
                <a:cs typeface="Calibri"/>
                <a:sym typeface="Calibri"/>
              </a:rPr>
              <a:t>Epilepsy Prediction and Emergency Response System</a:t>
            </a:r>
            <a:r>
              <a:rPr lang="en" sz="1200" b="0" i="0" u="none" dirty="0">
                <a:solidFill>
                  <a:srgbClr val="898989"/>
                </a:solidFill>
                <a:latin typeface="Calibri"/>
                <a:ea typeface="Calibri"/>
                <a:cs typeface="Calibri"/>
                <a:sym typeface="Calibri"/>
              </a:rPr>
              <a:t>-(</a:t>
            </a:r>
            <a:r>
              <a:rPr lang="en" sz="1200" dirty="0">
                <a:solidFill>
                  <a:srgbClr val="898989"/>
                </a:solidFill>
                <a:latin typeface="Calibri"/>
                <a:ea typeface="Calibri"/>
                <a:cs typeface="Calibri"/>
                <a:sym typeface="Calibri"/>
              </a:rPr>
              <a:t>11</a:t>
            </a:r>
            <a:r>
              <a:rPr lang="en" sz="1200" b="0" i="0" u="none" dirty="0">
                <a:solidFill>
                  <a:srgbClr val="898989"/>
                </a:solidFill>
                <a:latin typeface="Calibri"/>
                <a:ea typeface="Calibri"/>
                <a:cs typeface="Calibri"/>
                <a:sym typeface="Calibri"/>
              </a:rPr>
              <a:t>)</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9"/>
          <p:cNvSpPr txBox="1">
            <a:spLocks noGrp="1"/>
          </p:cNvSpPr>
          <p:nvPr>
            <p:ph type="subTitle" idx="1"/>
          </p:nvPr>
        </p:nvSpPr>
        <p:spPr>
          <a:xfrm>
            <a:off x="228600" y="857250"/>
            <a:ext cx="8483700" cy="3828900"/>
          </a:xfrm>
          <a:prstGeom prst="rect">
            <a:avLst/>
          </a:prstGeom>
          <a:no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rgbClr val="888888"/>
              </a:buClr>
              <a:buSzPts val="800"/>
              <a:buNone/>
            </a:pPr>
            <a:endParaRPr sz="800" b="1" i="0" u="none" dirty="0">
              <a:solidFill>
                <a:schemeClr val="dk1"/>
              </a:solidFill>
              <a:latin typeface="Calibri"/>
              <a:ea typeface="Calibri"/>
              <a:cs typeface="Calibri"/>
              <a:sym typeface="Calibri"/>
            </a:endParaRPr>
          </a:p>
          <a:p>
            <a:pPr marL="0" lvl="0" indent="0" algn="just" rtl="0">
              <a:lnSpc>
                <a:spcPct val="100000"/>
              </a:lnSpc>
              <a:spcBef>
                <a:spcPts val="560"/>
              </a:spcBef>
              <a:spcAft>
                <a:spcPts val="0"/>
              </a:spcAft>
              <a:buClr>
                <a:srgbClr val="888888"/>
              </a:buClr>
              <a:buSzPts val="2800"/>
              <a:buNone/>
            </a:pPr>
            <a:endParaRPr sz="2800" b="1" i="0" u="none" dirty="0">
              <a:solidFill>
                <a:schemeClr val="dk1"/>
              </a:solidFill>
              <a:latin typeface="Calibri"/>
              <a:ea typeface="Calibri"/>
              <a:cs typeface="Calibri"/>
              <a:sym typeface="Calibri"/>
            </a:endParaRPr>
          </a:p>
          <a:p>
            <a:pPr marL="0" lvl="0" indent="0" algn="just" rtl="0">
              <a:lnSpc>
                <a:spcPct val="100000"/>
              </a:lnSpc>
              <a:spcBef>
                <a:spcPts val="560"/>
              </a:spcBef>
              <a:spcAft>
                <a:spcPts val="0"/>
              </a:spcAft>
              <a:buClr>
                <a:srgbClr val="888888"/>
              </a:buClr>
              <a:buSzPts val="2800"/>
              <a:buNone/>
            </a:pPr>
            <a:endParaRPr sz="2800" b="1" i="0" u="none" dirty="0">
              <a:solidFill>
                <a:schemeClr val="dk1"/>
              </a:solidFill>
              <a:latin typeface="Calibri"/>
              <a:ea typeface="Calibri"/>
              <a:cs typeface="Calibri"/>
              <a:sym typeface="Calibri"/>
            </a:endParaRPr>
          </a:p>
        </p:txBody>
      </p:sp>
      <p:sp>
        <p:nvSpPr>
          <p:cNvPr id="110" name="Google Shape;110;p19"/>
          <p:cNvSpPr txBox="1">
            <a:spLocks noGrp="1"/>
          </p:cNvSpPr>
          <p:nvPr>
            <p:ph type="ctrTitle"/>
          </p:nvPr>
        </p:nvSpPr>
        <p:spPr>
          <a:xfrm>
            <a:off x="0" y="0"/>
            <a:ext cx="9144000" cy="685800"/>
          </a:xfrm>
          <a:prstGeom prst="rect">
            <a:avLst/>
          </a:prstGeom>
          <a:gradFill>
            <a:gsLst>
              <a:gs pos="0">
                <a:srgbClr val="8EB4E3"/>
              </a:gs>
              <a:gs pos="50000">
                <a:srgbClr val="C2D1ED"/>
              </a:gs>
              <a:gs pos="100000">
                <a:srgbClr val="E1E8F5"/>
              </a:gs>
            </a:gsLst>
            <a:lin ang="5400012" scaled="0"/>
          </a:grad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2400"/>
              <a:buFont typeface="Calibri"/>
              <a:buNone/>
            </a:pPr>
            <a:r>
              <a:rPr lang="en" sz="2400" b="0" i="0" u="none" dirty="0">
                <a:solidFill>
                  <a:schemeClr val="dk1"/>
                </a:solidFill>
                <a:latin typeface="Calibri"/>
                <a:ea typeface="Calibri"/>
                <a:cs typeface="Calibri"/>
                <a:sym typeface="Calibri"/>
              </a:rPr>
              <a:t>Literature Review</a:t>
            </a:r>
            <a:endParaRPr dirty="0"/>
          </a:p>
        </p:txBody>
      </p:sp>
      <p:sp>
        <p:nvSpPr>
          <p:cNvPr id="112" name="Google Shape;112;p19"/>
          <p:cNvSpPr txBox="1"/>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13" name="Google Shape;113;p19"/>
          <p:cNvSpPr txBox="1"/>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 sz="1200" b="0" i="0" u="none">
                <a:solidFill>
                  <a:srgbClr val="898989"/>
                </a:solidFill>
                <a:latin typeface="Calibri"/>
                <a:ea typeface="Calibri"/>
                <a:cs typeface="Calibri"/>
                <a:sym typeface="Calibri"/>
              </a:rPr>
              <a:t>8</a:t>
            </a:fld>
            <a:endParaRPr/>
          </a:p>
        </p:txBody>
      </p:sp>
      <p:graphicFrame>
        <p:nvGraphicFramePr>
          <p:cNvPr id="2" name="Table 1">
            <a:extLst>
              <a:ext uri="{FF2B5EF4-FFF2-40B4-BE49-F238E27FC236}">
                <a16:creationId xmlns:a16="http://schemas.microsoft.com/office/drawing/2014/main" id="{F97190E4-51EF-BA2D-0957-AA5F06140845}"/>
              </a:ext>
            </a:extLst>
          </p:cNvPr>
          <p:cNvGraphicFramePr>
            <a:graphicFrameLocks noGrp="1"/>
          </p:cNvGraphicFramePr>
          <p:nvPr>
            <p:extLst>
              <p:ext uri="{D42A27DB-BD31-4B8C-83A1-F6EECF244321}">
                <p14:modId xmlns:p14="http://schemas.microsoft.com/office/powerpoint/2010/main" val="1112989068"/>
              </p:ext>
            </p:extLst>
          </p:nvPr>
        </p:nvGraphicFramePr>
        <p:xfrm>
          <a:off x="228600" y="766913"/>
          <a:ext cx="8686800" cy="4268601"/>
        </p:xfrm>
        <a:graphic>
          <a:graphicData uri="http://schemas.openxmlformats.org/drawingml/2006/table">
            <a:tbl>
              <a:tblPr firstRow="1" bandRow="1">
                <a:tableStyleId>{3C2FFA5D-87B4-456A-9821-1D502468CF0F}</a:tableStyleId>
              </a:tblPr>
              <a:tblGrid>
                <a:gridCol w="575361">
                  <a:extLst>
                    <a:ext uri="{9D8B030D-6E8A-4147-A177-3AD203B41FA5}">
                      <a16:colId xmlns:a16="http://schemas.microsoft.com/office/drawing/2014/main" val="1737086656"/>
                    </a:ext>
                  </a:extLst>
                </a:gridCol>
                <a:gridCol w="2231847">
                  <a:extLst>
                    <a:ext uri="{9D8B030D-6E8A-4147-A177-3AD203B41FA5}">
                      <a16:colId xmlns:a16="http://schemas.microsoft.com/office/drawing/2014/main" val="1934561086"/>
                    </a:ext>
                  </a:extLst>
                </a:gridCol>
                <a:gridCol w="1408176">
                  <a:extLst>
                    <a:ext uri="{9D8B030D-6E8A-4147-A177-3AD203B41FA5}">
                      <a16:colId xmlns:a16="http://schemas.microsoft.com/office/drawing/2014/main" val="1174653053"/>
                    </a:ext>
                  </a:extLst>
                </a:gridCol>
                <a:gridCol w="1237488">
                  <a:extLst>
                    <a:ext uri="{9D8B030D-6E8A-4147-A177-3AD203B41FA5}">
                      <a16:colId xmlns:a16="http://schemas.microsoft.com/office/drawing/2014/main" val="3333896230"/>
                    </a:ext>
                  </a:extLst>
                </a:gridCol>
                <a:gridCol w="3233928">
                  <a:extLst>
                    <a:ext uri="{9D8B030D-6E8A-4147-A177-3AD203B41FA5}">
                      <a16:colId xmlns:a16="http://schemas.microsoft.com/office/drawing/2014/main" val="1324337001"/>
                    </a:ext>
                  </a:extLst>
                </a:gridCol>
              </a:tblGrid>
              <a:tr h="635244">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400" b="1" i="0" u="none" strike="noStrike" cap="none" dirty="0">
                          <a:solidFill>
                            <a:srgbClr val="FFFFFF"/>
                          </a:solidFill>
                          <a:latin typeface="Times New Roman"/>
                          <a:ea typeface="Times New Roman"/>
                          <a:cs typeface="Times New Roman"/>
                          <a:sym typeface="Times New Roman"/>
                        </a:rPr>
                        <a:t>Sr. No.</a:t>
                      </a:r>
                      <a:endParaRPr lang="en-IN" sz="1200" b="1" i="0" u="none" strike="noStrike" cap="none" dirty="0">
                        <a:solidFill>
                          <a:srgbClr val="FFFFFF"/>
                        </a:solidFill>
                        <a:latin typeface="Times New Roman"/>
                        <a:ea typeface="Times New Roman"/>
                        <a:cs typeface="Times New Roman"/>
                        <a:sym typeface="Times New Roman"/>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400" b="1" i="0" u="none" dirty="0">
                          <a:solidFill>
                            <a:srgbClr val="FFFFFF"/>
                          </a:solidFill>
                          <a:latin typeface="Times New Roman"/>
                          <a:ea typeface="Times New Roman"/>
                          <a:cs typeface="Times New Roman"/>
                          <a:sym typeface="Times New Roman"/>
                        </a:rPr>
                        <a:t>Title of the paper</a:t>
                      </a:r>
                      <a:endParaRPr lang="en-IN" sz="1200" b="1" i="0" u="none" dirty="0">
                        <a:solidFill>
                          <a:srgbClr val="FFFFFF"/>
                        </a:solidFill>
                        <a:latin typeface="Times New Roman"/>
                        <a:ea typeface="Times New Roman"/>
                        <a:cs typeface="Times New Roman"/>
                        <a:sym typeface="Times New Roman"/>
                      </a:endParaRPr>
                    </a:p>
                    <a:p>
                      <a:endParaRPr lang="en-IN" dirty="0"/>
                    </a:p>
                  </a:txBody>
                  <a:tcPr/>
                </a:tc>
                <a:tc>
                  <a:txBody>
                    <a:bodyPr/>
                    <a:lstStyle/>
                    <a:p>
                      <a:r>
                        <a:rPr lang="en" sz="1400" b="1" i="0" u="none" dirty="0">
                          <a:solidFill>
                            <a:srgbClr val="FFFFFF"/>
                          </a:solidFill>
                          <a:latin typeface="Times New Roman"/>
                          <a:ea typeface="Times New Roman"/>
                          <a:cs typeface="Times New Roman"/>
                          <a:sym typeface="Times New Roman"/>
                        </a:rPr>
                        <a:t>Author</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400" b="1" i="0" u="none" dirty="0">
                          <a:solidFill>
                            <a:srgbClr val="FFFFFF"/>
                          </a:solidFill>
                          <a:latin typeface="Calibri"/>
                          <a:ea typeface="Calibri"/>
                          <a:cs typeface="Calibri"/>
                          <a:sym typeface="Calibri"/>
                        </a:rPr>
                        <a:t>Year of Publication/ Publisher</a:t>
                      </a:r>
                      <a:endParaRPr lang="en-IN" sz="1100"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400" b="1" i="0" u="none" dirty="0">
                          <a:solidFill>
                            <a:srgbClr val="FFFFFF"/>
                          </a:solidFill>
                          <a:latin typeface="Times New Roman"/>
                          <a:ea typeface="Times New Roman"/>
                          <a:cs typeface="Times New Roman"/>
                          <a:sym typeface="Times New Roman"/>
                        </a:rPr>
                        <a:t>Major observations/findings</a:t>
                      </a:r>
                      <a:endParaRPr lang="en-IN" sz="1200" b="1" i="0" u="none" dirty="0">
                        <a:solidFill>
                          <a:srgbClr val="FFFFFF"/>
                        </a:solidFill>
                        <a:latin typeface="Times New Roman"/>
                        <a:ea typeface="Times New Roman"/>
                        <a:cs typeface="Times New Roman"/>
                        <a:sym typeface="Times New Roman"/>
                      </a:endParaRPr>
                    </a:p>
                    <a:p>
                      <a:endParaRPr lang="en-IN" dirty="0"/>
                    </a:p>
                  </a:txBody>
                  <a:tcPr/>
                </a:tc>
                <a:extLst>
                  <a:ext uri="{0D108BD9-81ED-4DB2-BD59-A6C34878D82A}">
                    <a16:rowId xmlns:a16="http://schemas.microsoft.com/office/drawing/2014/main" val="2176807189"/>
                  </a:ext>
                </a:extLst>
              </a:tr>
              <a:tr h="1191082">
                <a:tc>
                  <a:txBody>
                    <a:bodyPr/>
                    <a:lstStyle/>
                    <a:p>
                      <a:r>
                        <a:rPr lang="en-IN" dirty="0"/>
                        <a:t>1</a:t>
                      </a:r>
                    </a:p>
                  </a:txBody>
                  <a:tcPr/>
                </a:tc>
                <a:tc>
                  <a:txBody>
                    <a:bodyPr/>
                    <a:lstStyle/>
                    <a:p>
                      <a:r>
                        <a:rPr lang="en-US" sz="1400" b="1" i="0" u="none" strike="noStrike" cap="none" dirty="0">
                          <a:solidFill>
                            <a:schemeClr val="dk1"/>
                          </a:solidFill>
                          <a:effectLst/>
                          <a:latin typeface="+mn-lt"/>
                          <a:ea typeface="+mn-ea"/>
                          <a:cs typeface="+mn-cs"/>
                          <a:sym typeface="Arial"/>
                        </a:rPr>
                        <a:t>Machine Learning-Based Early Seizure Detection: A Random Forest Classifier Approach for Pre-Ictal Stage Prediction in Epilepsy</a:t>
                      </a:r>
                    </a:p>
                  </a:txBody>
                  <a:tcPr/>
                </a:tc>
                <a:tc>
                  <a:txBody>
                    <a:bodyPr/>
                    <a:lstStyle/>
                    <a:p>
                      <a:r>
                        <a:rPr lang="en-IN" dirty="0"/>
                        <a:t>M </a:t>
                      </a:r>
                      <a:r>
                        <a:rPr lang="en-IN" dirty="0" err="1"/>
                        <a:t>Anaz</a:t>
                      </a:r>
                      <a:r>
                        <a:rPr lang="en-IN" dirty="0"/>
                        <a:t> Mohammed </a:t>
                      </a:r>
                      <a:r>
                        <a:rPr lang="en-IN" dirty="0" err="1"/>
                        <a:t>Vishar</a:t>
                      </a:r>
                      <a:r>
                        <a:rPr lang="en-IN" dirty="0"/>
                        <a:t>; </a:t>
                      </a:r>
                      <a:r>
                        <a:rPr lang="en-IN" dirty="0" err="1"/>
                        <a:t>Hepsiba</a:t>
                      </a:r>
                      <a:r>
                        <a:rPr lang="en-IN" dirty="0"/>
                        <a:t>. D; R Prasanna; L. D. Vijay Anand</a:t>
                      </a:r>
                    </a:p>
                  </a:txBody>
                  <a:tcPr/>
                </a:tc>
                <a:tc>
                  <a:txBody>
                    <a:bodyPr/>
                    <a:lstStyle/>
                    <a:p>
                      <a:r>
                        <a:rPr lang="en-IN" dirty="0"/>
                        <a:t>2024</a:t>
                      </a:r>
                    </a:p>
                    <a:p>
                      <a:endParaRPr lang="en-IN" dirty="0"/>
                    </a:p>
                    <a:p>
                      <a:r>
                        <a:rPr lang="en-IN" dirty="0"/>
                        <a:t>ICBSII</a:t>
                      </a:r>
                    </a:p>
                  </a:txBody>
                  <a:tcPr/>
                </a:tc>
                <a:tc>
                  <a:txBody>
                    <a:bodyPr/>
                    <a:lstStyle/>
                    <a:p>
                      <a:pPr marL="285750" indent="-285750">
                        <a:buFont typeface="Arial" panose="020B0604020202020204" pitchFamily="34" charset="0"/>
                        <a:buChar char="•"/>
                      </a:pPr>
                      <a:r>
                        <a:rPr lang="en-US" dirty="0"/>
                        <a:t>It revolutionizes patient monitoring by using wearables to collect and send data to advanced platforms, either in the cloud or locally.</a:t>
                      </a:r>
                    </a:p>
                    <a:p>
                      <a:pPr marL="285750" indent="-285750">
                        <a:buFont typeface="Arial" panose="020B0604020202020204" pitchFamily="34" charset="0"/>
                        <a:buChar char="•"/>
                      </a:pPr>
                      <a:r>
                        <a:rPr lang="en-US" sz="1400" b="0" i="0" u="none" strike="noStrike" cap="none" dirty="0">
                          <a:solidFill>
                            <a:schemeClr val="dk1"/>
                          </a:solidFill>
                          <a:effectLst/>
                          <a:latin typeface="+mn-lt"/>
                          <a:ea typeface="+mn-ea"/>
                          <a:cs typeface="+mn-cs"/>
                          <a:sym typeface="Arial"/>
                        </a:rPr>
                        <a:t>singular sensor approach is insufficient due to the diverse manifestations of epilepsy.</a:t>
                      </a:r>
                      <a:endParaRPr lang="en-US" dirty="0"/>
                    </a:p>
                  </a:txBody>
                  <a:tcPr/>
                </a:tc>
                <a:extLst>
                  <a:ext uri="{0D108BD9-81ED-4DB2-BD59-A6C34878D82A}">
                    <a16:rowId xmlns:a16="http://schemas.microsoft.com/office/drawing/2014/main" val="1401599263"/>
                  </a:ext>
                </a:extLst>
              </a:tr>
              <a:tr h="1647321">
                <a:tc>
                  <a:txBody>
                    <a:bodyPr/>
                    <a:lstStyle/>
                    <a:p>
                      <a:r>
                        <a:rPr lang="en-IN" dirty="0"/>
                        <a:t>2</a:t>
                      </a:r>
                    </a:p>
                  </a:txBody>
                  <a:tcPr/>
                </a:tc>
                <a:tc>
                  <a:txBody>
                    <a:bodyPr/>
                    <a:lstStyle/>
                    <a:p>
                      <a:r>
                        <a:rPr lang="en-US" sz="1400" b="1" i="0" u="none" strike="noStrike" cap="none" dirty="0">
                          <a:solidFill>
                            <a:schemeClr val="dk1"/>
                          </a:solidFill>
                          <a:effectLst/>
                          <a:latin typeface="+mn-lt"/>
                          <a:ea typeface="+mn-ea"/>
                          <a:cs typeface="+mn-cs"/>
                          <a:sym typeface="Arial"/>
                        </a:rPr>
                        <a:t>EEG-based Epilepsy Seizure Classification Using Explainable Machine Learning Algorithms</a:t>
                      </a:r>
                    </a:p>
                  </a:txBody>
                  <a:tcPr/>
                </a:tc>
                <a:tc>
                  <a:txBody>
                    <a:bodyPr/>
                    <a:lstStyle/>
                    <a:p>
                      <a:r>
                        <a:rPr lang="en-IN" dirty="0"/>
                        <a:t>Krishna </a:t>
                      </a:r>
                      <a:r>
                        <a:rPr lang="en-IN" dirty="0" err="1"/>
                        <a:t>Mridha</a:t>
                      </a:r>
                      <a:r>
                        <a:rPr lang="en-IN" dirty="0"/>
                        <a:t>; MD. </a:t>
                      </a:r>
                      <a:r>
                        <a:rPr lang="en-IN" dirty="0" err="1"/>
                        <a:t>Mezbah</a:t>
                      </a:r>
                      <a:r>
                        <a:rPr lang="en-IN" dirty="0"/>
                        <a:t> Uddin; </a:t>
                      </a:r>
                      <a:r>
                        <a:rPr lang="en-IN" dirty="0" err="1"/>
                        <a:t>Ebisa</a:t>
                      </a:r>
                      <a:r>
                        <a:rPr lang="en-IN" dirty="0"/>
                        <a:t> Leta </a:t>
                      </a:r>
                      <a:r>
                        <a:rPr lang="en-IN" dirty="0" err="1"/>
                        <a:t>Desisa</a:t>
                      </a:r>
                      <a:r>
                        <a:rPr lang="en-IN" dirty="0"/>
                        <a:t>; </a:t>
                      </a:r>
                      <a:r>
                        <a:rPr lang="en-IN" dirty="0" err="1"/>
                        <a:t>Asefa</a:t>
                      </a:r>
                      <a:r>
                        <a:rPr lang="en-IN" dirty="0"/>
                        <a:t> </a:t>
                      </a:r>
                      <a:r>
                        <a:rPr lang="en-IN" dirty="0" err="1"/>
                        <a:t>Teganu</a:t>
                      </a:r>
                      <a:r>
                        <a:rPr lang="en-IN" dirty="0"/>
                        <a:t> Feyisa; </a:t>
                      </a:r>
                    </a:p>
                  </a:txBody>
                  <a:tcPr/>
                </a:tc>
                <a:tc>
                  <a:txBody>
                    <a:bodyPr/>
                    <a:lstStyle/>
                    <a:p>
                      <a:r>
                        <a:rPr lang="en-IN" dirty="0"/>
                        <a:t>2023</a:t>
                      </a:r>
                    </a:p>
                    <a:p>
                      <a:endParaRPr lang="en-IN" dirty="0"/>
                    </a:p>
                    <a:p>
                      <a:r>
                        <a:rPr lang="en-IN" dirty="0"/>
                        <a:t>ICAECC</a:t>
                      </a:r>
                    </a:p>
                  </a:txBody>
                  <a:tcPr/>
                </a:tc>
                <a:tc>
                  <a:txBody>
                    <a:bodyPr/>
                    <a:lstStyle/>
                    <a:p>
                      <a:pPr marL="285750" indent="-285750">
                        <a:buFont typeface="Arial" panose="020B0604020202020204" pitchFamily="34" charset="0"/>
                        <a:buChar char="•"/>
                      </a:pPr>
                      <a:r>
                        <a:rPr lang="en-US" sz="1400" b="0" i="0" u="none" strike="noStrike" cap="none" dirty="0">
                          <a:solidFill>
                            <a:schemeClr val="dk1"/>
                          </a:solidFill>
                          <a:effectLst/>
                          <a:latin typeface="+mn-lt"/>
                          <a:ea typeface="+mn-ea"/>
                          <a:cs typeface="+mn-cs"/>
                          <a:sym typeface="Arial"/>
                        </a:rPr>
                        <a:t>This paper introduces the design of an efficient, lightweight, and expressive deep network model based on </a:t>
                      </a:r>
                      <a:r>
                        <a:rPr lang="en-US" sz="1400" b="1" i="0" u="none" strike="noStrike" cap="none" dirty="0" err="1">
                          <a:solidFill>
                            <a:schemeClr val="dk1"/>
                          </a:solidFill>
                          <a:effectLst/>
                          <a:latin typeface="+mn-lt"/>
                          <a:ea typeface="+mn-ea"/>
                          <a:cs typeface="+mn-cs"/>
                          <a:sym typeface="Arial"/>
                        </a:rPr>
                        <a:t>ResNet</a:t>
                      </a:r>
                      <a:r>
                        <a:rPr lang="en-US" sz="1400" b="0" i="0" u="none" strike="noStrike" cap="none" dirty="0">
                          <a:solidFill>
                            <a:schemeClr val="dk1"/>
                          </a:solidFill>
                          <a:effectLst/>
                          <a:latin typeface="+mn-lt"/>
                          <a:ea typeface="+mn-ea"/>
                          <a:cs typeface="+mn-cs"/>
                          <a:sym typeface="Arial"/>
                        </a:rPr>
                        <a:t> theory and long short-term memory (</a:t>
                      </a:r>
                      <a:r>
                        <a:rPr lang="en-US" sz="1400" b="1" i="0" u="none" strike="noStrike" cap="none" dirty="0">
                          <a:solidFill>
                            <a:schemeClr val="dk1"/>
                          </a:solidFill>
                          <a:effectLst/>
                          <a:latin typeface="+mn-lt"/>
                          <a:ea typeface="+mn-ea"/>
                          <a:cs typeface="+mn-cs"/>
                          <a:sym typeface="Arial"/>
                        </a:rPr>
                        <a:t>LSTM</a:t>
                      </a:r>
                      <a:r>
                        <a:rPr lang="en-US" sz="1400" b="0" i="0" u="none" strike="noStrike" cap="none" dirty="0">
                          <a:solidFill>
                            <a:schemeClr val="dk1"/>
                          </a:solidFill>
                          <a:effectLst/>
                          <a:latin typeface="+mn-lt"/>
                          <a:ea typeface="+mn-ea"/>
                          <a:cs typeface="+mn-cs"/>
                          <a:sym typeface="Arial"/>
                        </a:rPr>
                        <a:t>) for classifying seizure types from EEG trials.</a:t>
                      </a:r>
                      <a:endParaRPr lang="en-IN" dirty="0"/>
                    </a:p>
                  </a:txBody>
                  <a:tcPr/>
                </a:tc>
                <a:extLst>
                  <a:ext uri="{0D108BD9-81ED-4DB2-BD59-A6C34878D82A}">
                    <a16:rowId xmlns:a16="http://schemas.microsoft.com/office/drawing/2014/main" val="454217317"/>
                  </a:ext>
                </a:extLst>
              </a:tr>
              <a:tr h="0">
                <a:tc gridSpan="5">
                  <a:txBody>
                    <a:bodyPr/>
                    <a:lstStyle/>
                    <a:p>
                      <a:endParaRPr lang="en-IN" dirty="0"/>
                    </a:p>
                  </a:txBody>
                  <a:tcPr/>
                </a:tc>
                <a:tc hMerge="1">
                  <a:txBody>
                    <a:bodyPr/>
                    <a:lstStyle/>
                    <a:p>
                      <a:endParaRPr lang="en-IN" dirty="0"/>
                    </a:p>
                  </a:txBody>
                  <a:tcPr/>
                </a:tc>
                <a:tc hMerge="1">
                  <a:txBody>
                    <a:bodyPr/>
                    <a:lstStyle/>
                    <a:p>
                      <a:endParaRPr lang="en-IN" dirty="0"/>
                    </a:p>
                  </a:txBody>
                  <a:tcPr>
                    <a:lnL w="12700" cap="flat" cmpd="sng" algn="ctr">
                      <a:solidFill>
                        <a:schemeClr val="tx1"/>
                      </a:solidFill>
                      <a:prstDash val="solid"/>
                      <a:round/>
                      <a:headEnd type="none" w="med" len="med"/>
                      <a:tailEnd type="none" w="med" len="med"/>
                    </a:lnL>
                  </a:tcPr>
                </a:tc>
                <a:tc hMerge="1">
                  <a:txBody>
                    <a:bodyPr/>
                    <a:lstStyle/>
                    <a:p>
                      <a:endParaRPr lang="en-IN"/>
                    </a:p>
                  </a:txBody>
                  <a:tcPr/>
                </a:tc>
                <a:tc hMerge="1">
                  <a:txBody>
                    <a:bodyPr/>
                    <a:lstStyle/>
                    <a:p>
                      <a:endParaRPr lang="en-IN" dirty="0"/>
                    </a:p>
                  </a:txBody>
                  <a:tcPr/>
                </a:tc>
                <a:extLst>
                  <a:ext uri="{0D108BD9-81ED-4DB2-BD59-A6C34878D82A}">
                    <a16:rowId xmlns:a16="http://schemas.microsoft.com/office/drawing/2014/main" val="3348252041"/>
                  </a:ext>
                </a:extLst>
              </a:tr>
            </a:tbl>
          </a:graphicData>
        </a:graphic>
      </p:graphicFrame>
      <p:sp>
        <p:nvSpPr>
          <p:cNvPr id="114" name="Google Shape;114;p19"/>
          <p:cNvSpPr txBox="1"/>
          <p:nvPr/>
        </p:nvSpPr>
        <p:spPr>
          <a:xfrm>
            <a:off x="753975" y="4767275"/>
            <a:ext cx="7175100" cy="2739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1200"/>
              <a:buFont typeface="Calibri"/>
              <a:buNone/>
            </a:pPr>
            <a:r>
              <a:rPr lang="en" sz="1200" dirty="0">
                <a:solidFill>
                  <a:schemeClr val="tx1">
                    <a:lumMod val="95000"/>
                    <a:lumOff val="5000"/>
                  </a:schemeClr>
                </a:solidFill>
                <a:latin typeface="Calibri"/>
                <a:ea typeface="Calibri"/>
                <a:cs typeface="Calibri"/>
                <a:sym typeface="Calibri"/>
              </a:rPr>
              <a:t>Epilepsy </a:t>
            </a:r>
            <a:r>
              <a:rPr lang="en" sz="1200" dirty="0">
                <a:solidFill>
                  <a:schemeClr val="tx1"/>
                </a:solidFill>
                <a:latin typeface="Calibri"/>
                <a:ea typeface="Calibri"/>
                <a:cs typeface="Calibri"/>
                <a:sym typeface="Calibri"/>
              </a:rPr>
              <a:t>Prediction</a:t>
            </a:r>
            <a:r>
              <a:rPr lang="en" sz="1200" dirty="0">
                <a:solidFill>
                  <a:schemeClr val="tx1">
                    <a:lumMod val="95000"/>
                    <a:lumOff val="5000"/>
                  </a:schemeClr>
                </a:solidFill>
                <a:latin typeface="Calibri"/>
                <a:ea typeface="Calibri"/>
                <a:cs typeface="Calibri"/>
                <a:sym typeface="Calibri"/>
              </a:rPr>
              <a:t> and Emergency Response System</a:t>
            </a:r>
            <a:r>
              <a:rPr lang="en" sz="1200" b="0" i="0" u="none" dirty="0">
                <a:solidFill>
                  <a:schemeClr val="tx1">
                    <a:lumMod val="95000"/>
                    <a:lumOff val="5000"/>
                  </a:schemeClr>
                </a:solidFill>
                <a:latin typeface="Calibri"/>
                <a:ea typeface="Calibri"/>
                <a:cs typeface="Calibri"/>
                <a:sym typeface="Calibri"/>
              </a:rPr>
              <a:t>-(</a:t>
            </a:r>
            <a:r>
              <a:rPr lang="en" sz="1200" dirty="0">
                <a:solidFill>
                  <a:schemeClr val="tx1">
                    <a:lumMod val="95000"/>
                    <a:lumOff val="5000"/>
                  </a:schemeClr>
                </a:solidFill>
                <a:latin typeface="Calibri"/>
                <a:ea typeface="Calibri"/>
                <a:cs typeface="Calibri"/>
                <a:sym typeface="Calibri"/>
              </a:rPr>
              <a:t>11</a:t>
            </a:r>
            <a:r>
              <a:rPr lang="en" sz="1200" dirty="0">
                <a:solidFill>
                  <a:schemeClr val="tx1"/>
                </a:solidFill>
                <a:latin typeface="Calibri"/>
                <a:ea typeface="Calibri"/>
                <a:cs typeface="Calibri"/>
                <a:sym typeface="Calibri"/>
              </a:rPr>
              <a:t>)</a:t>
            </a:r>
            <a:endParaRPr dirty="0">
              <a:solidFill>
                <a:schemeClr val="tx1"/>
              </a:solidFill>
            </a:endParaRPr>
          </a:p>
        </p:txBody>
      </p:sp>
    </p:spTree>
    <p:extLst>
      <p:ext uri="{BB962C8B-B14F-4D97-AF65-F5344CB8AC3E}">
        <p14:creationId xmlns:p14="http://schemas.microsoft.com/office/powerpoint/2010/main" val="34098726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9"/>
          <p:cNvSpPr txBox="1">
            <a:spLocks noGrp="1"/>
          </p:cNvSpPr>
          <p:nvPr>
            <p:ph type="subTitle" idx="1"/>
          </p:nvPr>
        </p:nvSpPr>
        <p:spPr>
          <a:xfrm>
            <a:off x="228600" y="857250"/>
            <a:ext cx="8483700" cy="3828900"/>
          </a:xfrm>
          <a:prstGeom prst="rect">
            <a:avLst/>
          </a:prstGeom>
          <a:no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rgbClr val="888888"/>
              </a:buClr>
              <a:buSzPts val="800"/>
              <a:buNone/>
            </a:pPr>
            <a:endParaRPr sz="800" b="1" i="0" u="none" dirty="0">
              <a:solidFill>
                <a:schemeClr val="dk1"/>
              </a:solidFill>
              <a:latin typeface="Calibri"/>
              <a:ea typeface="Calibri"/>
              <a:cs typeface="Calibri"/>
              <a:sym typeface="Calibri"/>
            </a:endParaRPr>
          </a:p>
          <a:p>
            <a:pPr marL="0" lvl="0" indent="0" algn="just" rtl="0">
              <a:lnSpc>
                <a:spcPct val="100000"/>
              </a:lnSpc>
              <a:spcBef>
                <a:spcPts val="560"/>
              </a:spcBef>
              <a:spcAft>
                <a:spcPts val="0"/>
              </a:spcAft>
              <a:buClr>
                <a:srgbClr val="888888"/>
              </a:buClr>
              <a:buSzPts val="2800"/>
              <a:buNone/>
            </a:pPr>
            <a:endParaRPr sz="2800" b="1" i="0" u="none" dirty="0">
              <a:solidFill>
                <a:schemeClr val="dk1"/>
              </a:solidFill>
              <a:latin typeface="Calibri"/>
              <a:ea typeface="Calibri"/>
              <a:cs typeface="Calibri"/>
              <a:sym typeface="Calibri"/>
            </a:endParaRPr>
          </a:p>
          <a:p>
            <a:pPr marL="0" lvl="0" indent="0" algn="just" rtl="0">
              <a:lnSpc>
                <a:spcPct val="100000"/>
              </a:lnSpc>
              <a:spcBef>
                <a:spcPts val="560"/>
              </a:spcBef>
              <a:spcAft>
                <a:spcPts val="0"/>
              </a:spcAft>
              <a:buClr>
                <a:srgbClr val="888888"/>
              </a:buClr>
              <a:buSzPts val="2800"/>
              <a:buNone/>
            </a:pPr>
            <a:endParaRPr sz="2800" b="1" i="0" u="none" dirty="0">
              <a:solidFill>
                <a:schemeClr val="dk1"/>
              </a:solidFill>
              <a:latin typeface="Calibri"/>
              <a:ea typeface="Calibri"/>
              <a:cs typeface="Calibri"/>
              <a:sym typeface="Calibri"/>
            </a:endParaRPr>
          </a:p>
        </p:txBody>
      </p:sp>
      <p:sp>
        <p:nvSpPr>
          <p:cNvPr id="110" name="Google Shape;110;p19"/>
          <p:cNvSpPr txBox="1">
            <a:spLocks noGrp="1"/>
          </p:cNvSpPr>
          <p:nvPr>
            <p:ph type="ctrTitle"/>
          </p:nvPr>
        </p:nvSpPr>
        <p:spPr>
          <a:xfrm>
            <a:off x="0" y="0"/>
            <a:ext cx="9144000" cy="685800"/>
          </a:xfrm>
          <a:prstGeom prst="rect">
            <a:avLst/>
          </a:prstGeom>
          <a:gradFill>
            <a:gsLst>
              <a:gs pos="0">
                <a:srgbClr val="8EB4E3"/>
              </a:gs>
              <a:gs pos="50000">
                <a:srgbClr val="C2D1ED"/>
              </a:gs>
              <a:gs pos="100000">
                <a:srgbClr val="E1E8F5"/>
              </a:gs>
            </a:gsLst>
            <a:lin ang="5400012" scaled="0"/>
          </a:grad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2400"/>
              <a:buFont typeface="Calibri"/>
              <a:buNone/>
            </a:pPr>
            <a:r>
              <a:rPr lang="en" sz="2400" b="0" i="0" u="none" dirty="0">
                <a:solidFill>
                  <a:schemeClr val="dk1"/>
                </a:solidFill>
                <a:latin typeface="Calibri"/>
                <a:ea typeface="Calibri"/>
                <a:cs typeface="Calibri"/>
                <a:sym typeface="Calibri"/>
              </a:rPr>
              <a:t>Literature Review</a:t>
            </a:r>
            <a:endParaRPr dirty="0"/>
          </a:p>
        </p:txBody>
      </p:sp>
      <p:sp>
        <p:nvSpPr>
          <p:cNvPr id="112" name="Google Shape;112;p19"/>
          <p:cNvSpPr txBox="1"/>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13" name="Google Shape;113;p19"/>
          <p:cNvSpPr txBox="1"/>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 sz="1200" b="0" i="0" u="none">
                <a:solidFill>
                  <a:srgbClr val="898989"/>
                </a:solidFill>
                <a:latin typeface="Calibri"/>
                <a:ea typeface="Calibri"/>
                <a:cs typeface="Calibri"/>
                <a:sym typeface="Calibri"/>
              </a:rPr>
              <a:t>9</a:t>
            </a:fld>
            <a:endParaRPr/>
          </a:p>
        </p:txBody>
      </p:sp>
      <p:graphicFrame>
        <p:nvGraphicFramePr>
          <p:cNvPr id="2" name="Table 1">
            <a:extLst>
              <a:ext uri="{FF2B5EF4-FFF2-40B4-BE49-F238E27FC236}">
                <a16:creationId xmlns:a16="http://schemas.microsoft.com/office/drawing/2014/main" id="{F97190E4-51EF-BA2D-0957-AA5F06140845}"/>
              </a:ext>
            </a:extLst>
          </p:cNvPr>
          <p:cNvGraphicFramePr>
            <a:graphicFrameLocks noGrp="1"/>
          </p:cNvGraphicFramePr>
          <p:nvPr>
            <p:extLst>
              <p:ext uri="{D42A27DB-BD31-4B8C-83A1-F6EECF244321}">
                <p14:modId xmlns:p14="http://schemas.microsoft.com/office/powerpoint/2010/main" val="2396536208"/>
              </p:ext>
            </p:extLst>
          </p:nvPr>
        </p:nvGraphicFramePr>
        <p:xfrm>
          <a:off x="228600" y="646056"/>
          <a:ext cx="8686800" cy="4419600"/>
        </p:xfrm>
        <a:graphic>
          <a:graphicData uri="http://schemas.openxmlformats.org/drawingml/2006/table">
            <a:tbl>
              <a:tblPr firstRow="1" bandRow="1">
                <a:tableStyleId>{3C2FFA5D-87B4-456A-9821-1D502468CF0F}</a:tableStyleId>
              </a:tblPr>
              <a:tblGrid>
                <a:gridCol w="575361">
                  <a:extLst>
                    <a:ext uri="{9D8B030D-6E8A-4147-A177-3AD203B41FA5}">
                      <a16:colId xmlns:a16="http://schemas.microsoft.com/office/drawing/2014/main" val="1737086656"/>
                    </a:ext>
                  </a:extLst>
                </a:gridCol>
                <a:gridCol w="2899359">
                  <a:extLst>
                    <a:ext uri="{9D8B030D-6E8A-4147-A177-3AD203B41FA5}">
                      <a16:colId xmlns:a16="http://schemas.microsoft.com/office/drawing/2014/main" val="1934561086"/>
                    </a:ext>
                  </a:extLst>
                </a:gridCol>
                <a:gridCol w="1832066">
                  <a:extLst>
                    <a:ext uri="{9D8B030D-6E8A-4147-A177-3AD203B41FA5}">
                      <a16:colId xmlns:a16="http://schemas.microsoft.com/office/drawing/2014/main" val="1174653053"/>
                    </a:ext>
                  </a:extLst>
                </a:gridCol>
                <a:gridCol w="1036864">
                  <a:extLst>
                    <a:ext uri="{9D8B030D-6E8A-4147-A177-3AD203B41FA5}">
                      <a16:colId xmlns:a16="http://schemas.microsoft.com/office/drawing/2014/main" val="3333896230"/>
                    </a:ext>
                  </a:extLst>
                </a:gridCol>
                <a:gridCol w="2343150">
                  <a:extLst>
                    <a:ext uri="{9D8B030D-6E8A-4147-A177-3AD203B41FA5}">
                      <a16:colId xmlns:a16="http://schemas.microsoft.com/office/drawing/2014/main" val="1324337001"/>
                    </a:ext>
                  </a:extLst>
                </a:gridCol>
              </a:tblGrid>
              <a:tr h="635244">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400" b="1" i="0" u="none" strike="noStrike" cap="none" dirty="0">
                          <a:solidFill>
                            <a:srgbClr val="FFFFFF"/>
                          </a:solidFill>
                          <a:latin typeface="Times New Roman"/>
                          <a:ea typeface="Times New Roman"/>
                          <a:cs typeface="Times New Roman"/>
                          <a:sym typeface="Times New Roman"/>
                        </a:rPr>
                        <a:t>Sr. No.</a:t>
                      </a:r>
                      <a:endParaRPr lang="en-IN" sz="1200" b="1" i="0" u="none" strike="noStrike" cap="none" dirty="0">
                        <a:solidFill>
                          <a:srgbClr val="FFFFFF"/>
                        </a:solidFill>
                        <a:latin typeface="Times New Roman"/>
                        <a:ea typeface="Times New Roman"/>
                        <a:cs typeface="Times New Roman"/>
                        <a:sym typeface="Times New Roman"/>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400" b="1" i="0" u="none" dirty="0">
                          <a:solidFill>
                            <a:srgbClr val="FFFFFF"/>
                          </a:solidFill>
                          <a:latin typeface="Times New Roman"/>
                          <a:ea typeface="Times New Roman"/>
                          <a:cs typeface="Times New Roman"/>
                          <a:sym typeface="Times New Roman"/>
                        </a:rPr>
                        <a:t>Title of the paper</a:t>
                      </a:r>
                      <a:endParaRPr lang="en-IN" sz="1200" b="1" i="0" u="none" dirty="0">
                        <a:solidFill>
                          <a:srgbClr val="FFFFFF"/>
                        </a:solidFill>
                        <a:latin typeface="Times New Roman"/>
                        <a:ea typeface="Times New Roman"/>
                        <a:cs typeface="Times New Roman"/>
                        <a:sym typeface="Times New Roman"/>
                      </a:endParaRPr>
                    </a:p>
                    <a:p>
                      <a:endParaRPr lang="en-IN" dirty="0"/>
                    </a:p>
                  </a:txBody>
                  <a:tcPr/>
                </a:tc>
                <a:tc>
                  <a:txBody>
                    <a:bodyPr/>
                    <a:lstStyle/>
                    <a:p>
                      <a:r>
                        <a:rPr lang="en" sz="1400" b="1" i="0" u="none" dirty="0">
                          <a:solidFill>
                            <a:srgbClr val="FFFFFF"/>
                          </a:solidFill>
                          <a:latin typeface="Times New Roman"/>
                          <a:ea typeface="Times New Roman"/>
                          <a:cs typeface="Times New Roman"/>
                          <a:sym typeface="Times New Roman"/>
                        </a:rPr>
                        <a:t>Author</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400" b="1" i="0" u="none" dirty="0">
                          <a:solidFill>
                            <a:srgbClr val="FFFFFF"/>
                          </a:solidFill>
                          <a:latin typeface="Calibri"/>
                          <a:ea typeface="Calibri"/>
                          <a:cs typeface="Calibri"/>
                          <a:sym typeface="Calibri"/>
                        </a:rPr>
                        <a:t>Year of Publication/ Publisher</a:t>
                      </a:r>
                      <a:endParaRPr lang="en-IN" sz="1100"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400" b="1" i="0" u="none" dirty="0">
                          <a:solidFill>
                            <a:srgbClr val="FFFFFF"/>
                          </a:solidFill>
                          <a:latin typeface="Times New Roman"/>
                          <a:ea typeface="Times New Roman"/>
                          <a:cs typeface="Times New Roman"/>
                          <a:sym typeface="Times New Roman"/>
                        </a:rPr>
                        <a:t>Major observations/findings</a:t>
                      </a:r>
                      <a:endParaRPr lang="en-IN" sz="1200" b="1" i="0" u="none" dirty="0">
                        <a:solidFill>
                          <a:srgbClr val="FFFFFF"/>
                        </a:solidFill>
                        <a:latin typeface="Times New Roman"/>
                        <a:ea typeface="Times New Roman"/>
                        <a:cs typeface="Times New Roman"/>
                        <a:sym typeface="Times New Roman"/>
                      </a:endParaRPr>
                    </a:p>
                    <a:p>
                      <a:endParaRPr lang="en-IN" dirty="0"/>
                    </a:p>
                  </a:txBody>
                  <a:tcPr/>
                </a:tc>
                <a:extLst>
                  <a:ext uri="{0D108BD9-81ED-4DB2-BD59-A6C34878D82A}">
                    <a16:rowId xmlns:a16="http://schemas.microsoft.com/office/drawing/2014/main" val="2176807189"/>
                  </a:ext>
                </a:extLst>
              </a:tr>
              <a:tr h="1191082">
                <a:tc>
                  <a:txBody>
                    <a:bodyPr/>
                    <a:lstStyle/>
                    <a:p>
                      <a:r>
                        <a:rPr lang="en-IN" dirty="0"/>
                        <a:t>3</a:t>
                      </a:r>
                    </a:p>
                  </a:txBody>
                  <a:tcPr/>
                </a:tc>
                <a:tc>
                  <a:txBody>
                    <a:bodyPr/>
                    <a:lstStyle/>
                    <a:p>
                      <a:r>
                        <a:rPr lang="en-US" sz="1400" b="1" i="0" u="none" strike="noStrike" cap="none" dirty="0">
                          <a:solidFill>
                            <a:schemeClr val="dk1"/>
                          </a:solidFill>
                          <a:effectLst/>
                          <a:latin typeface="+mn-lt"/>
                          <a:ea typeface="+mn-ea"/>
                          <a:cs typeface="+mn-cs"/>
                          <a:sym typeface="Arial"/>
                        </a:rPr>
                        <a:t>EEG Driven Autonomous Injection System For An Epileptic Neuroimaging Application</a:t>
                      </a:r>
                    </a:p>
                  </a:txBody>
                  <a:tcPr/>
                </a:tc>
                <a:tc>
                  <a:txBody>
                    <a:bodyPr/>
                    <a:lstStyle/>
                    <a:p>
                      <a:r>
                        <a:rPr lang="en-IN" dirty="0"/>
                        <a:t>Ronak Doshi, Arvind Ram Sankar, Krishna Nagaraj , Vikas </a:t>
                      </a:r>
                      <a:r>
                        <a:rPr lang="en-IN" dirty="0" err="1"/>
                        <a:t>Vazhayil</a:t>
                      </a:r>
                      <a:r>
                        <a:rPr lang="en-IN" dirty="0"/>
                        <a:t>, Chandana Nagaraj , and Madhav Rao</a:t>
                      </a:r>
                    </a:p>
                  </a:txBody>
                  <a:tcPr/>
                </a:tc>
                <a:tc>
                  <a:txBody>
                    <a:bodyPr/>
                    <a:lstStyle/>
                    <a:p>
                      <a:r>
                        <a:rPr lang="en-IN" dirty="0"/>
                        <a:t>2021</a:t>
                      </a:r>
                    </a:p>
                    <a:p>
                      <a:endParaRPr lang="en-IN" dirty="0"/>
                    </a:p>
                    <a:p>
                      <a:r>
                        <a:rPr lang="en-IN" dirty="0"/>
                        <a:t>IEEE</a:t>
                      </a:r>
                    </a:p>
                  </a:txBody>
                  <a:tcPr/>
                </a:tc>
                <a:tc>
                  <a:txBody>
                    <a:bodyPr/>
                    <a:lstStyle/>
                    <a:p>
                      <a:pPr marL="0" indent="0">
                        <a:buFont typeface="Arial" panose="020B0604020202020204" pitchFamily="34" charset="0"/>
                        <a:buNone/>
                      </a:pPr>
                      <a:r>
                        <a:rPr lang="en-IN" dirty="0"/>
                        <a:t>Used SPECT to </a:t>
                      </a:r>
                      <a:r>
                        <a:rPr lang="en-US" dirty="0"/>
                        <a:t>scan quality with accurate information on foci region.</a:t>
                      </a:r>
                    </a:p>
                    <a:p>
                      <a:pPr marL="0" indent="0">
                        <a:buFont typeface="Arial" panose="020B0604020202020204" pitchFamily="34" charset="0"/>
                        <a:buNone/>
                      </a:pPr>
                      <a:r>
                        <a:rPr lang="en-US" dirty="0"/>
                        <a:t>Prediction Model achieved 94% accuracy.</a:t>
                      </a:r>
                      <a:endParaRPr lang="en-IN" dirty="0"/>
                    </a:p>
                  </a:txBody>
                  <a:tcPr/>
                </a:tc>
                <a:extLst>
                  <a:ext uri="{0D108BD9-81ED-4DB2-BD59-A6C34878D82A}">
                    <a16:rowId xmlns:a16="http://schemas.microsoft.com/office/drawing/2014/main" val="1401599263"/>
                  </a:ext>
                </a:extLst>
              </a:tr>
              <a:tr h="1647321">
                <a:tc>
                  <a:txBody>
                    <a:bodyPr/>
                    <a:lstStyle/>
                    <a:p>
                      <a:r>
                        <a:rPr lang="en-IN" dirty="0"/>
                        <a:t>4</a:t>
                      </a:r>
                    </a:p>
                  </a:txBody>
                  <a:tcPr/>
                </a:tc>
                <a:tc>
                  <a:txBody>
                    <a:bodyPr/>
                    <a:lstStyle/>
                    <a:p>
                      <a:r>
                        <a:rPr lang="en-US" b="1" dirty="0"/>
                        <a:t>A Framework for Epileptic Seizure Monitoring Based on IoT and Machine Learning Technologies</a:t>
                      </a:r>
                      <a:endParaRPr lang="en-IN" b="1" dirty="0"/>
                    </a:p>
                  </a:txBody>
                  <a:tcPr/>
                </a:tc>
                <a:tc>
                  <a:txBody>
                    <a:bodyPr/>
                    <a:lstStyle/>
                    <a:p>
                      <a:r>
                        <a:rPr lang="en-IN" dirty="0" err="1"/>
                        <a:t>Alhasan</a:t>
                      </a:r>
                      <a:r>
                        <a:rPr lang="en-IN" dirty="0"/>
                        <a:t> Alharbi, Mukta </a:t>
                      </a:r>
                      <a:r>
                        <a:rPr lang="en-IN" dirty="0" err="1"/>
                        <a:t>Dhopeshwarkar</a:t>
                      </a:r>
                      <a:r>
                        <a:rPr lang="en-IN" dirty="0"/>
                        <a:t>, </a:t>
                      </a:r>
                      <a:r>
                        <a:rPr lang="en-IN" dirty="0" err="1"/>
                        <a:t>Zeyad</a:t>
                      </a:r>
                      <a:r>
                        <a:rPr lang="en-IN" dirty="0"/>
                        <a:t> </a:t>
                      </a:r>
                      <a:r>
                        <a:rPr lang="en-IN" dirty="0" err="1"/>
                        <a:t>A.T.Ahmed</a:t>
                      </a:r>
                      <a:r>
                        <a:rPr lang="en-IN" dirty="0"/>
                        <a:t>, </a:t>
                      </a:r>
                      <a:r>
                        <a:rPr lang="en-IN" dirty="0" err="1"/>
                        <a:t>Ezzaldeen</a:t>
                      </a:r>
                      <a:r>
                        <a:rPr lang="en-IN" dirty="0"/>
                        <a:t> </a:t>
                      </a:r>
                      <a:r>
                        <a:rPr lang="en-IN" dirty="0" err="1"/>
                        <a:t>Mahyoub</a:t>
                      </a:r>
                      <a:r>
                        <a:rPr lang="en-IN" dirty="0"/>
                        <a:t>, Mohammed Tawfik, Ali </a:t>
                      </a:r>
                      <a:r>
                        <a:rPr lang="en-IN" dirty="0" err="1"/>
                        <a:t>Manour</a:t>
                      </a:r>
                      <a:r>
                        <a:rPr lang="en-IN" dirty="0"/>
                        <a:t> </a:t>
                      </a:r>
                      <a:r>
                        <a:rPr lang="en-IN" dirty="0" err="1"/>
                        <a:t>Almadani</a:t>
                      </a:r>
                      <a:endParaRPr lang="en-IN" dirty="0"/>
                    </a:p>
                  </a:txBody>
                  <a:tcPr/>
                </a:tc>
                <a:tc>
                  <a:txBody>
                    <a:bodyPr/>
                    <a:lstStyle/>
                    <a:p>
                      <a:r>
                        <a:rPr lang="en-IN" dirty="0"/>
                        <a:t>2024</a:t>
                      </a:r>
                    </a:p>
                    <a:p>
                      <a:endParaRPr lang="en-IN" dirty="0"/>
                    </a:p>
                    <a:p>
                      <a:r>
                        <a:rPr lang="en-IN" dirty="0"/>
                        <a:t>IEEE</a:t>
                      </a:r>
                    </a:p>
                  </a:txBody>
                  <a:tcPr/>
                </a:tc>
                <a:tc>
                  <a:txBody>
                    <a:bodyPr/>
                    <a:lstStyle/>
                    <a:p>
                      <a:r>
                        <a:rPr lang="en-US" sz="1400" b="0" i="0" u="none" strike="noStrike" cap="none" dirty="0">
                          <a:solidFill>
                            <a:schemeClr val="dk1"/>
                          </a:solidFill>
                          <a:effectLst/>
                          <a:latin typeface="+mn-lt"/>
                          <a:ea typeface="+mn-ea"/>
                          <a:cs typeface="+mn-cs"/>
                          <a:sym typeface="Arial"/>
                        </a:rPr>
                        <a:t>The Internet of Things </a:t>
                      </a:r>
                    </a:p>
                    <a:p>
                      <a:r>
                        <a:rPr lang="en-US" sz="1400" b="0" i="0" u="none" strike="noStrike" cap="none" dirty="0">
                          <a:solidFill>
                            <a:schemeClr val="dk1"/>
                          </a:solidFill>
                          <a:effectLst/>
                          <a:latin typeface="+mn-lt"/>
                          <a:ea typeface="+mn-ea"/>
                          <a:cs typeface="+mn-cs"/>
                          <a:sym typeface="Arial"/>
                        </a:rPr>
                        <a:t>(IoT) is a potentially revolutionary development in the medical industry since it makes it possible to collect data from  individuals using </a:t>
                      </a:r>
                      <a:r>
                        <a:rPr lang="en-US" sz="1400" b="1" i="0" u="none" strike="noStrike" cap="none" dirty="0">
                          <a:solidFill>
                            <a:schemeClr val="dk1"/>
                          </a:solidFill>
                          <a:effectLst/>
                          <a:latin typeface="+mn-lt"/>
                          <a:ea typeface="+mn-ea"/>
                          <a:cs typeface="+mn-cs"/>
                          <a:sym typeface="Arial"/>
                        </a:rPr>
                        <a:t>biosensors</a:t>
                      </a:r>
                    </a:p>
                    <a:p>
                      <a:endParaRPr lang="en-IN" dirty="0"/>
                    </a:p>
                  </a:txBody>
                  <a:tcPr/>
                </a:tc>
                <a:extLst>
                  <a:ext uri="{0D108BD9-81ED-4DB2-BD59-A6C34878D82A}">
                    <a16:rowId xmlns:a16="http://schemas.microsoft.com/office/drawing/2014/main" val="454217317"/>
                  </a:ext>
                </a:extLst>
              </a:tr>
              <a:tr h="0">
                <a:tc gridSpan="5">
                  <a:txBody>
                    <a:bodyPr/>
                    <a:lstStyle/>
                    <a:p>
                      <a:endParaRPr lang="en-IN" dirty="0"/>
                    </a:p>
                  </a:txBody>
                  <a:tcPr/>
                </a:tc>
                <a:tc hMerge="1">
                  <a:txBody>
                    <a:bodyPr/>
                    <a:lstStyle/>
                    <a:p>
                      <a:endParaRPr lang="en-IN" dirty="0"/>
                    </a:p>
                  </a:txBody>
                  <a:tcPr/>
                </a:tc>
                <a:tc hMerge="1">
                  <a:txBody>
                    <a:bodyPr/>
                    <a:lstStyle/>
                    <a:p>
                      <a:endParaRPr lang="en-IN" dirty="0"/>
                    </a:p>
                  </a:txBody>
                  <a:tcPr>
                    <a:lnL w="12700" cap="flat" cmpd="sng" algn="ctr">
                      <a:solidFill>
                        <a:schemeClr val="tx1"/>
                      </a:solidFill>
                      <a:prstDash val="solid"/>
                      <a:round/>
                      <a:headEnd type="none" w="med" len="med"/>
                      <a:tailEnd type="none" w="med" len="med"/>
                    </a:lnL>
                  </a:tcPr>
                </a:tc>
                <a:tc hMerge="1">
                  <a:txBody>
                    <a:bodyPr/>
                    <a:lstStyle/>
                    <a:p>
                      <a:endParaRPr lang="en-IN"/>
                    </a:p>
                  </a:txBody>
                  <a:tcPr/>
                </a:tc>
                <a:tc hMerge="1">
                  <a:txBody>
                    <a:bodyPr/>
                    <a:lstStyle/>
                    <a:p>
                      <a:endParaRPr lang="en-IN" dirty="0"/>
                    </a:p>
                  </a:txBody>
                  <a:tcPr/>
                </a:tc>
                <a:extLst>
                  <a:ext uri="{0D108BD9-81ED-4DB2-BD59-A6C34878D82A}">
                    <a16:rowId xmlns:a16="http://schemas.microsoft.com/office/drawing/2014/main" val="3348252041"/>
                  </a:ext>
                </a:extLst>
              </a:tr>
            </a:tbl>
          </a:graphicData>
        </a:graphic>
      </p:graphicFrame>
      <p:sp>
        <p:nvSpPr>
          <p:cNvPr id="114" name="Google Shape;114;p19"/>
          <p:cNvSpPr txBox="1"/>
          <p:nvPr/>
        </p:nvSpPr>
        <p:spPr>
          <a:xfrm>
            <a:off x="753975" y="4767275"/>
            <a:ext cx="7175100" cy="2739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1200"/>
              <a:buFont typeface="Calibri"/>
              <a:buNone/>
            </a:pPr>
            <a:r>
              <a:rPr lang="en" sz="1200" dirty="0">
                <a:solidFill>
                  <a:schemeClr val="tx1">
                    <a:lumMod val="95000"/>
                    <a:lumOff val="5000"/>
                  </a:schemeClr>
                </a:solidFill>
                <a:latin typeface="Calibri"/>
                <a:ea typeface="Calibri"/>
                <a:cs typeface="Calibri"/>
                <a:sym typeface="Calibri"/>
              </a:rPr>
              <a:t>Epilepsy </a:t>
            </a:r>
            <a:r>
              <a:rPr lang="en" sz="1200" dirty="0">
                <a:solidFill>
                  <a:schemeClr val="tx1"/>
                </a:solidFill>
                <a:latin typeface="Calibri"/>
                <a:ea typeface="Calibri"/>
                <a:cs typeface="Calibri"/>
                <a:sym typeface="Calibri"/>
              </a:rPr>
              <a:t>Prediction</a:t>
            </a:r>
            <a:r>
              <a:rPr lang="en" sz="1200" dirty="0">
                <a:solidFill>
                  <a:schemeClr val="tx1">
                    <a:lumMod val="95000"/>
                    <a:lumOff val="5000"/>
                  </a:schemeClr>
                </a:solidFill>
                <a:latin typeface="Calibri"/>
                <a:ea typeface="Calibri"/>
                <a:cs typeface="Calibri"/>
                <a:sym typeface="Calibri"/>
              </a:rPr>
              <a:t> and Emergency Response System</a:t>
            </a:r>
            <a:r>
              <a:rPr lang="en" sz="1200" b="0" i="0" u="none" dirty="0">
                <a:solidFill>
                  <a:schemeClr val="tx1">
                    <a:lumMod val="95000"/>
                    <a:lumOff val="5000"/>
                  </a:schemeClr>
                </a:solidFill>
                <a:latin typeface="Calibri"/>
                <a:ea typeface="Calibri"/>
                <a:cs typeface="Calibri"/>
                <a:sym typeface="Calibri"/>
              </a:rPr>
              <a:t>-(</a:t>
            </a:r>
            <a:r>
              <a:rPr lang="en" sz="1200" dirty="0">
                <a:solidFill>
                  <a:schemeClr val="tx1">
                    <a:lumMod val="95000"/>
                    <a:lumOff val="5000"/>
                  </a:schemeClr>
                </a:solidFill>
                <a:latin typeface="Calibri"/>
                <a:ea typeface="Calibri"/>
                <a:cs typeface="Calibri"/>
                <a:sym typeface="Calibri"/>
              </a:rPr>
              <a:t>11</a:t>
            </a:r>
            <a:r>
              <a:rPr lang="en" sz="1200" dirty="0">
                <a:solidFill>
                  <a:schemeClr val="tx1"/>
                </a:solidFill>
                <a:latin typeface="Calibri"/>
                <a:ea typeface="Calibri"/>
                <a:cs typeface="Calibri"/>
                <a:sym typeface="Calibri"/>
              </a:rPr>
              <a:t>)</a:t>
            </a:r>
            <a:endParaRPr dirty="0">
              <a:solidFill>
                <a:schemeClr val="tx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9"/>
          <p:cNvSpPr txBox="1">
            <a:spLocks noGrp="1"/>
          </p:cNvSpPr>
          <p:nvPr>
            <p:ph type="subTitle" idx="1"/>
          </p:nvPr>
        </p:nvSpPr>
        <p:spPr>
          <a:xfrm>
            <a:off x="228600" y="857250"/>
            <a:ext cx="8483700" cy="3828900"/>
          </a:xfrm>
          <a:prstGeom prst="rect">
            <a:avLst/>
          </a:prstGeom>
          <a:no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rgbClr val="888888"/>
              </a:buClr>
              <a:buSzPts val="800"/>
              <a:buNone/>
            </a:pPr>
            <a:endParaRPr sz="800" b="1" i="0" u="none" dirty="0">
              <a:solidFill>
                <a:schemeClr val="dk1"/>
              </a:solidFill>
              <a:latin typeface="Calibri"/>
              <a:ea typeface="Calibri"/>
              <a:cs typeface="Calibri"/>
              <a:sym typeface="Calibri"/>
            </a:endParaRPr>
          </a:p>
          <a:p>
            <a:pPr marL="0" lvl="0" indent="0" algn="just" rtl="0">
              <a:lnSpc>
                <a:spcPct val="100000"/>
              </a:lnSpc>
              <a:spcBef>
                <a:spcPts val="560"/>
              </a:spcBef>
              <a:spcAft>
                <a:spcPts val="0"/>
              </a:spcAft>
              <a:buClr>
                <a:srgbClr val="888888"/>
              </a:buClr>
              <a:buSzPts val="2800"/>
              <a:buNone/>
            </a:pPr>
            <a:endParaRPr sz="2800" b="1" i="0" u="none" dirty="0">
              <a:solidFill>
                <a:schemeClr val="dk1"/>
              </a:solidFill>
              <a:latin typeface="Calibri"/>
              <a:ea typeface="Calibri"/>
              <a:cs typeface="Calibri"/>
              <a:sym typeface="Calibri"/>
            </a:endParaRPr>
          </a:p>
          <a:p>
            <a:pPr marL="0" lvl="0" indent="0" algn="just" rtl="0">
              <a:lnSpc>
                <a:spcPct val="100000"/>
              </a:lnSpc>
              <a:spcBef>
                <a:spcPts val="560"/>
              </a:spcBef>
              <a:spcAft>
                <a:spcPts val="0"/>
              </a:spcAft>
              <a:buClr>
                <a:srgbClr val="888888"/>
              </a:buClr>
              <a:buSzPts val="2800"/>
              <a:buNone/>
            </a:pPr>
            <a:endParaRPr sz="2800" b="1" i="0" u="none" dirty="0">
              <a:solidFill>
                <a:schemeClr val="dk1"/>
              </a:solidFill>
              <a:latin typeface="Calibri"/>
              <a:ea typeface="Calibri"/>
              <a:cs typeface="Calibri"/>
              <a:sym typeface="Calibri"/>
            </a:endParaRPr>
          </a:p>
        </p:txBody>
      </p:sp>
      <p:sp>
        <p:nvSpPr>
          <p:cNvPr id="110" name="Google Shape;110;p19"/>
          <p:cNvSpPr txBox="1">
            <a:spLocks noGrp="1"/>
          </p:cNvSpPr>
          <p:nvPr>
            <p:ph type="ctrTitle"/>
          </p:nvPr>
        </p:nvSpPr>
        <p:spPr>
          <a:xfrm>
            <a:off x="0" y="0"/>
            <a:ext cx="9144000" cy="685800"/>
          </a:xfrm>
          <a:prstGeom prst="rect">
            <a:avLst/>
          </a:prstGeom>
          <a:gradFill>
            <a:gsLst>
              <a:gs pos="0">
                <a:srgbClr val="8EB4E3"/>
              </a:gs>
              <a:gs pos="50000">
                <a:srgbClr val="C2D1ED"/>
              </a:gs>
              <a:gs pos="100000">
                <a:srgbClr val="E1E8F5"/>
              </a:gs>
            </a:gsLst>
            <a:lin ang="5400012" scaled="0"/>
          </a:grad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2400"/>
              <a:buFont typeface="Calibri"/>
              <a:buNone/>
            </a:pPr>
            <a:r>
              <a:rPr lang="en" sz="2400" b="0" i="0" u="none" dirty="0">
                <a:solidFill>
                  <a:schemeClr val="dk1"/>
                </a:solidFill>
                <a:latin typeface="Calibri"/>
                <a:ea typeface="Calibri"/>
                <a:cs typeface="Calibri"/>
                <a:sym typeface="Calibri"/>
              </a:rPr>
              <a:t>Patent Search</a:t>
            </a:r>
            <a:endParaRPr dirty="0"/>
          </a:p>
        </p:txBody>
      </p:sp>
      <p:sp>
        <p:nvSpPr>
          <p:cNvPr id="112" name="Google Shape;112;p19"/>
          <p:cNvSpPr txBox="1"/>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13" name="Google Shape;113;p19"/>
          <p:cNvSpPr txBox="1"/>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 sz="1200" b="0" i="0" u="none">
                <a:solidFill>
                  <a:srgbClr val="898989"/>
                </a:solidFill>
                <a:latin typeface="Calibri"/>
                <a:ea typeface="Calibri"/>
                <a:cs typeface="Calibri"/>
                <a:sym typeface="Calibri"/>
              </a:rPr>
              <a:t>10</a:t>
            </a:fld>
            <a:endParaRPr/>
          </a:p>
        </p:txBody>
      </p:sp>
      <p:graphicFrame>
        <p:nvGraphicFramePr>
          <p:cNvPr id="2" name="Table 1">
            <a:extLst>
              <a:ext uri="{FF2B5EF4-FFF2-40B4-BE49-F238E27FC236}">
                <a16:creationId xmlns:a16="http://schemas.microsoft.com/office/drawing/2014/main" id="{F97190E4-51EF-BA2D-0957-AA5F06140845}"/>
              </a:ext>
            </a:extLst>
          </p:cNvPr>
          <p:cNvGraphicFramePr>
            <a:graphicFrameLocks noGrp="1"/>
          </p:cNvGraphicFramePr>
          <p:nvPr>
            <p:extLst>
              <p:ext uri="{D42A27DB-BD31-4B8C-83A1-F6EECF244321}">
                <p14:modId xmlns:p14="http://schemas.microsoft.com/office/powerpoint/2010/main" val="2904820116"/>
              </p:ext>
            </p:extLst>
          </p:nvPr>
        </p:nvGraphicFramePr>
        <p:xfrm>
          <a:off x="228600" y="685950"/>
          <a:ext cx="8686800" cy="4355214"/>
        </p:xfrm>
        <a:graphic>
          <a:graphicData uri="http://schemas.openxmlformats.org/drawingml/2006/table">
            <a:tbl>
              <a:tblPr firstRow="1" bandRow="1">
                <a:tableStyleId>{3C2FFA5D-87B4-456A-9821-1D502468CF0F}</a:tableStyleId>
              </a:tblPr>
              <a:tblGrid>
                <a:gridCol w="575361">
                  <a:extLst>
                    <a:ext uri="{9D8B030D-6E8A-4147-A177-3AD203B41FA5}">
                      <a16:colId xmlns:a16="http://schemas.microsoft.com/office/drawing/2014/main" val="1737086656"/>
                    </a:ext>
                  </a:extLst>
                </a:gridCol>
                <a:gridCol w="1152855">
                  <a:extLst>
                    <a:ext uri="{9D8B030D-6E8A-4147-A177-3AD203B41FA5}">
                      <a16:colId xmlns:a16="http://schemas.microsoft.com/office/drawing/2014/main" val="1934561086"/>
                    </a:ext>
                  </a:extLst>
                </a:gridCol>
                <a:gridCol w="1737360">
                  <a:extLst>
                    <a:ext uri="{9D8B030D-6E8A-4147-A177-3AD203B41FA5}">
                      <a16:colId xmlns:a16="http://schemas.microsoft.com/office/drawing/2014/main" val="1174653053"/>
                    </a:ext>
                  </a:extLst>
                </a:gridCol>
                <a:gridCol w="1274064">
                  <a:extLst>
                    <a:ext uri="{9D8B030D-6E8A-4147-A177-3AD203B41FA5}">
                      <a16:colId xmlns:a16="http://schemas.microsoft.com/office/drawing/2014/main" val="3333896230"/>
                    </a:ext>
                  </a:extLst>
                </a:gridCol>
                <a:gridCol w="3947160">
                  <a:extLst>
                    <a:ext uri="{9D8B030D-6E8A-4147-A177-3AD203B41FA5}">
                      <a16:colId xmlns:a16="http://schemas.microsoft.com/office/drawing/2014/main" val="1324337001"/>
                    </a:ext>
                  </a:extLst>
                </a:gridCol>
              </a:tblGrid>
              <a:tr h="746363">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400" b="1" i="0" u="none" strike="noStrike" cap="none" dirty="0">
                          <a:solidFill>
                            <a:srgbClr val="FFFFFF"/>
                          </a:solidFill>
                          <a:latin typeface="Times New Roman"/>
                          <a:ea typeface="Times New Roman"/>
                          <a:cs typeface="Times New Roman"/>
                          <a:sym typeface="Times New Roman"/>
                        </a:rPr>
                        <a:t>Sr. No.</a:t>
                      </a:r>
                      <a:endParaRPr lang="en-IN" sz="1200" b="1" i="0" u="none" strike="noStrike" cap="none" dirty="0">
                        <a:solidFill>
                          <a:srgbClr val="FFFFFF"/>
                        </a:solidFill>
                        <a:latin typeface="Times New Roman"/>
                        <a:ea typeface="Times New Roman"/>
                        <a:cs typeface="Times New Roman"/>
                        <a:sym typeface="Times New Roman"/>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400" b="1" i="0" u="none" dirty="0">
                          <a:solidFill>
                            <a:srgbClr val="FFFFFF"/>
                          </a:solidFill>
                          <a:latin typeface="Times New Roman"/>
                          <a:ea typeface="Times New Roman"/>
                          <a:cs typeface="Times New Roman"/>
                          <a:sym typeface="Times New Roman"/>
                        </a:rPr>
                        <a:t>Title of the paper</a:t>
                      </a:r>
                      <a:endParaRPr lang="en-IN" sz="1200" b="1" i="0" u="none" dirty="0">
                        <a:solidFill>
                          <a:srgbClr val="FFFFFF"/>
                        </a:solidFill>
                        <a:latin typeface="Times New Roman"/>
                        <a:ea typeface="Times New Roman"/>
                        <a:cs typeface="Times New Roman"/>
                        <a:sym typeface="Times New Roman"/>
                      </a:endParaRPr>
                    </a:p>
                    <a:p>
                      <a:endParaRPr lang="en-IN" dirty="0"/>
                    </a:p>
                  </a:txBody>
                  <a:tcPr/>
                </a:tc>
                <a:tc>
                  <a:txBody>
                    <a:bodyPr/>
                    <a:lstStyle/>
                    <a:p>
                      <a:r>
                        <a:rPr lang="en" sz="1400" b="1" i="0" u="none" dirty="0">
                          <a:solidFill>
                            <a:srgbClr val="FFFFFF"/>
                          </a:solidFill>
                          <a:latin typeface="Times New Roman"/>
                          <a:ea typeface="Times New Roman"/>
                          <a:cs typeface="Times New Roman"/>
                          <a:sym typeface="Times New Roman"/>
                        </a:rPr>
                        <a:t>Author</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400" b="1" i="0" u="none" dirty="0">
                          <a:solidFill>
                            <a:srgbClr val="FFFFFF"/>
                          </a:solidFill>
                          <a:latin typeface="Calibri"/>
                          <a:ea typeface="Calibri"/>
                          <a:cs typeface="Calibri"/>
                          <a:sym typeface="Calibri"/>
                        </a:rPr>
                        <a:t>Year of Publication/ Publisher</a:t>
                      </a:r>
                      <a:endParaRPr lang="en-IN" sz="1100"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400" b="1" i="0" u="none" dirty="0">
                          <a:solidFill>
                            <a:srgbClr val="FFFFFF"/>
                          </a:solidFill>
                          <a:latin typeface="Times New Roman"/>
                          <a:ea typeface="Times New Roman"/>
                          <a:cs typeface="Times New Roman"/>
                          <a:sym typeface="Times New Roman"/>
                        </a:rPr>
                        <a:t>Major observations/findings</a:t>
                      </a:r>
                      <a:endParaRPr lang="en-IN" sz="1200" b="1" i="0" u="none" dirty="0">
                        <a:solidFill>
                          <a:srgbClr val="FFFFFF"/>
                        </a:solidFill>
                        <a:latin typeface="Times New Roman"/>
                        <a:ea typeface="Times New Roman"/>
                        <a:cs typeface="Times New Roman"/>
                        <a:sym typeface="Times New Roman"/>
                      </a:endParaRPr>
                    </a:p>
                    <a:p>
                      <a:endParaRPr lang="en-IN" dirty="0"/>
                    </a:p>
                  </a:txBody>
                  <a:tcPr/>
                </a:tc>
                <a:extLst>
                  <a:ext uri="{0D108BD9-81ED-4DB2-BD59-A6C34878D82A}">
                    <a16:rowId xmlns:a16="http://schemas.microsoft.com/office/drawing/2014/main" val="2176807189"/>
                  </a:ext>
                </a:extLst>
              </a:tr>
              <a:tr h="1617120">
                <a:tc>
                  <a:txBody>
                    <a:bodyPr/>
                    <a:lstStyle/>
                    <a:p>
                      <a:r>
                        <a:rPr lang="en-IN"/>
                        <a:t>1</a:t>
                      </a:r>
                      <a:endParaRPr lang="en-IN" dirty="0"/>
                    </a:p>
                  </a:txBody>
                  <a:tcPr/>
                </a:tc>
                <a:tc>
                  <a:txBody>
                    <a:bodyPr/>
                    <a:lstStyle/>
                    <a:p>
                      <a:r>
                        <a:rPr lang="en-US" sz="1400" b="1" i="0" u="none" strike="noStrike" cap="none" dirty="0">
                          <a:solidFill>
                            <a:schemeClr val="dk1"/>
                          </a:solidFill>
                          <a:effectLst/>
                          <a:latin typeface="+mn-lt"/>
                          <a:ea typeface="+mn-ea"/>
                          <a:cs typeface="+mn-cs"/>
                          <a:sym typeface="Arial"/>
                        </a:rPr>
                        <a:t>Device and method for detecting an epileptic event</a:t>
                      </a:r>
                    </a:p>
                  </a:txBody>
                  <a:tcPr/>
                </a:tc>
                <a:tc>
                  <a:txBody>
                    <a:bodyPr/>
                    <a:lstStyle/>
                    <a:p>
                      <a:r>
                        <a:rPr lang="en-IN" dirty="0"/>
                        <a:t>Uri </a:t>
                      </a:r>
                      <a:r>
                        <a:rPr lang="en-IN" dirty="0" err="1"/>
                        <a:t>Kramer,Amos</a:t>
                      </a:r>
                      <a:r>
                        <a:rPr lang="en-IN" dirty="0"/>
                        <a:t> </a:t>
                      </a:r>
                      <a:r>
                        <a:rPr lang="en-IN" dirty="0" err="1"/>
                        <a:t>ShahamShai</a:t>
                      </a:r>
                      <a:r>
                        <a:rPr lang="en-IN" dirty="0"/>
                        <a:t> </a:t>
                      </a:r>
                      <a:r>
                        <a:rPr lang="en-IN" dirty="0" err="1"/>
                        <a:t>Shpitalnik</a:t>
                      </a:r>
                      <a:r>
                        <a:rPr lang="en-IN" dirty="0"/>
                        <a:t>, Noam Weissman, Yael Goren, Uri </a:t>
                      </a:r>
                      <a:r>
                        <a:rPr lang="en-IN" dirty="0" err="1"/>
                        <a:t>Kartoun</a:t>
                      </a:r>
                      <a:endParaRPr lang="en-IN" dirty="0"/>
                    </a:p>
                  </a:txBody>
                  <a:tcPr/>
                </a:tc>
                <a:tc>
                  <a:txBody>
                    <a:bodyPr/>
                    <a:lstStyle/>
                    <a:p>
                      <a:r>
                        <a:rPr lang="en-IN" dirty="0"/>
                        <a:t>Feb. 7, 2012</a:t>
                      </a:r>
                    </a:p>
                    <a:p>
                      <a:endParaRPr lang="en-IN" dirty="0"/>
                    </a:p>
                    <a:p>
                      <a:r>
                        <a:rPr lang="en-IN" dirty="0"/>
                        <a:t>United States Patent</a:t>
                      </a:r>
                    </a:p>
                  </a:txBody>
                  <a:tcPr/>
                </a:tc>
                <a:tc>
                  <a:txBody>
                    <a:bodyPr/>
                    <a:lstStyle/>
                    <a:p>
                      <a:pPr marL="285750" indent="-285750">
                        <a:buFont typeface="Arial" panose="020B0604020202020204" pitchFamily="34" charset="0"/>
                        <a:buChar char="•"/>
                      </a:pPr>
                      <a:r>
                        <a:rPr lang="en-US" dirty="0"/>
                        <a:t>The invention discloses an epileptic event alert System, capable of detecting and analyzing whether motions sensed by at least one motion sensor of the system, are related to an epileptic seizure event. The system may be utilized for detection of additional motion-related pathologies.</a:t>
                      </a:r>
                    </a:p>
                  </a:txBody>
                  <a:tcPr/>
                </a:tc>
                <a:extLst>
                  <a:ext uri="{0D108BD9-81ED-4DB2-BD59-A6C34878D82A}">
                    <a16:rowId xmlns:a16="http://schemas.microsoft.com/office/drawing/2014/main" val="1401599263"/>
                  </a:ext>
                </a:extLst>
              </a:tr>
              <a:tr h="1680746">
                <a:tc>
                  <a:txBody>
                    <a:bodyPr/>
                    <a:lstStyle/>
                    <a:p>
                      <a:r>
                        <a:rPr lang="en-IN" dirty="0"/>
                        <a:t>2</a:t>
                      </a:r>
                    </a:p>
                  </a:txBody>
                  <a:tcPr/>
                </a:tc>
                <a:tc>
                  <a:txBody>
                    <a:bodyPr/>
                    <a:lstStyle/>
                    <a:p>
                      <a:r>
                        <a:rPr lang="en-IN" b="1" dirty="0"/>
                        <a:t>EPILEPTIC SEIZURE WARNING SYSTEM</a:t>
                      </a:r>
                      <a:endParaRPr lang="en-US" sz="1400" b="1" i="0" u="none" strike="noStrike" cap="none" dirty="0">
                        <a:solidFill>
                          <a:schemeClr val="dk1"/>
                        </a:solidFill>
                        <a:effectLst/>
                        <a:latin typeface="+mn-lt"/>
                        <a:ea typeface="+mn-ea"/>
                        <a:cs typeface="+mn-cs"/>
                        <a:sym typeface="Arial"/>
                      </a:endParaRPr>
                    </a:p>
                  </a:txBody>
                  <a:tcPr/>
                </a:tc>
                <a:tc>
                  <a:txBody>
                    <a:bodyPr/>
                    <a:lstStyle/>
                    <a:p>
                      <a:r>
                        <a:rPr lang="en-IN" dirty="0"/>
                        <a:t>Sam S. </a:t>
                      </a:r>
                      <a:r>
                        <a:rPr lang="en-IN" dirty="0" err="1"/>
                        <a:t>Viglione</a:t>
                      </a:r>
                      <a:r>
                        <a:rPr lang="en-IN" dirty="0"/>
                        <a:t>, Anaheim; Vladimir A. </a:t>
                      </a:r>
                      <a:r>
                        <a:rPr lang="en-IN" dirty="0" err="1"/>
                        <a:t>Ordon</a:t>
                      </a:r>
                      <a:r>
                        <a:rPr lang="en-IN" dirty="0"/>
                        <a:t>, Long Beach; William B. Martin, Newport Beach; </a:t>
                      </a:r>
                    </a:p>
                  </a:txBody>
                  <a:tcPr/>
                </a:tc>
                <a:tc>
                  <a:txBody>
                    <a:bodyPr/>
                    <a:lstStyle/>
                    <a:p>
                      <a:r>
                        <a:rPr lang="en-IN" dirty="0"/>
                        <a:t>Feb. 4, 1975</a:t>
                      </a:r>
                    </a:p>
                    <a:p>
                      <a:endParaRPr lang="en-IN" dirty="0"/>
                    </a:p>
                    <a:p>
                      <a:r>
                        <a:rPr lang="en-IN" dirty="0"/>
                        <a:t>ICAECC</a:t>
                      </a:r>
                    </a:p>
                  </a:txBody>
                  <a:tcPr/>
                </a:tc>
                <a:tc>
                  <a:txBody>
                    <a:bodyPr/>
                    <a:lstStyle/>
                    <a:p>
                      <a:pPr marL="285750" indent="-285750">
                        <a:buFont typeface="Arial" panose="020B0604020202020204" pitchFamily="34" charset="0"/>
                        <a:buChar char="•"/>
                      </a:pPr>
                      <a:r>
                        <a:rPr lang="en-US" dirty="0"/>
                        <a:t>Epileptic seizure warning system based on pattern recognition principles is embodied in a small self contained device which can be carried in a pocket of a person subject to grand mal seizures, to monitor the person's condition and provide sufficient advance warning</a:t>
                      </a:r>
                      <a:endParaRPr lang="en-IN" dirty="0"/>
                    </a:p>
                  </a:txBody>
                  <a:tcPr/>
                </a:tc>
                <a:extLst>
                  <a:ext uri="{0D108BD9-81ED-4DB2-BD59-A6C34878D82A}">
                    <a16:rowId xmlns:a16="http://schemas.microsoft.com/office/drawing/2014/main" val="454217317"/>
                  </a:ext>
                </a:extLst>
              </a:tr>
              <a:tr h="310985">
                <a:tc gridSpan="5">
                  <a:txBody>
                    <a:bodyPr/>
                    <a:lstStyle/>
                    <a:p>
                      <a:endParaRPr lang="en-IN" dirty="0"/>
                    </a:p>
                  </a:txBody>
                  <a:tcPr/>
                </a:tc>
                <a:tc hMerge="1">
                  <a:txBody>
                    <a:bodyPr/>
                    <a:lstStyle/>
                    <a:p>
                      <a:endParaRPr lang="en-IN" dirty="0"/>
                    </a:p>
                  </a:txBody>
                  <a:tcPr/>
                </a:tc>
                <a:tc hMerge="1">
                  <a:txBody>
                    <a:bodyPr/>
                    <a:lstStyle/>
                    <a:p>
                      <a:endParaRPr lang="en-IN" dirty="0"/>
                    </a:p>
                  </a:txBody>
                  <a:tcPr>
                    <a:lnL w="12700" cap="flat" cmpd="sng" algn="ctr">
                      <a:solidFill>
                        <a:schemeClr val="tx1"/>
                      </a:solidFill>
                      <a:prstDash val="solid"/>
                      <a:round/>
                      <a:headEnd type="none" w="med" len="med"/>
                      <a:tailEnd type="none" w="med" len="med"/>
                    </a:lnL>
                  </a:tcPr>
                </a:tc>
                <a:tc hMerge="1">
                  <a:txBody>
                    <a:bodyPr/>
                    <a:lstStyle/>
                    <a:p>
                      <a:endParaRPr lang="en-IN"/>
                    </a:p>
                  </a:txBody>
                  <a:tcPr/>
                </a:tc>
                <a:tc hMerge="1">
                  <a:txBody>
                    <a:bodyPr/>
                    <a:lstStyle/>
                    <a:p>
                      <a:endParaRPr lang="en-IN" dirty="0"/>
                    </a:p>
                  </a:txBody>
                  <a:tcPr/>
                </a:tc>
                <a:extLst>
                  <a:ext uri="{0D108BD9-81ED-4DB2-BD59-A6C34878D82A}">
                    <a16:rowId xmlns:a16="http://schemas.microsoft.com/office/drawing/2014/main" val="3348252041"/>
                  </a:ext>
                </a:extLst>
              </a:tr>
            </a:tbl>
          </a:graphicData>
        </a:graphic>
      </p:graphicFrame>
      <p:sp>
        <p:nvSpPr>
          <p:cNvPr id="114" name="Google Shape;114;p19"/>
          <p:cNvSpPr txBox="1"/>
          <p:nvPr/>
        </p:nvSpPr>
        <p:spPr>
          <a:xfrm>
            <a:off x="753975" y="4767275"/>
            <a:ext cx="7175100" cy="2739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1200"/>
              <a:buFont typeface="Calibri"/>
              <a:buNone/>
            </a:pPr>
            <a:r>
              <a:rPr lang="en" sz="1200" dirty="0">
                <a:solidFill>
                  <a:schemeClr val="tx1">
                    <a:lumMod val="95000"/>
                    <a:lumOff val="5000"/>
                  </a:schemeClr>
                </a:solidFill>
                <a:latin typeface="Calibri"/>
                <a:ea typeface="Calibri"/>
                <a:cs typeface="Calibri"/>
                <a:sym typeface="Calibri"/>
              </a:rPr>
              <a:t>Epilepsy </a:t>
            </a:r>
            <a:r>
              <a:rPr lang="en" sz="1200" dirty="0">
                <a:solidFill>
                  <a:schemeClr val="tx1"/>
                </a:solidFill>
                <a:latin typeface="Calibri"/>
                <a:ea typeface="Calibri"/>
                <a:cs typeface="Calibri"/>
                <a:sym typeface="Calibri"/>
              </a:rPr>
              <a:t>Prediction</a:t>
            </a:r>
            <a:r>
              <a:rPr lang="en" sz="1200" dirty="0">
                <a:solidFill>
                  <a:schemeClr val="tx1">
                    <a:lumMod val="95000"/>
                    <a:lumOff val="5000"/>
                  </a:schemeClr>
                </a:solidFill>
                <a:latin typeface="Calibri"/>
                <a:ea typeface="Calibri"/>
                <a:cs typeface="Calibri"/>
                <a:sym typeface="Calibri"/>
              </a:rPr>
              <a:t> and Emergency Response System</a:t>
            </a:r>
            <a:r>
              <a:rPr lang="en" sz="1200" b="0" i="0" u="none" dirty="0">
                <a:solidFill>
                  <a:schemeClr val="tx1">
                    <a:lumMod val="95000"/>
                    <a:lumOff val="5000"/>
                  </a:schemeClr>
                </a:solidFill>
                <a:latin typeface="Calibri"/>
                <a:ea typeface="Calibri"/>
                <a:cs typeface="Calibri"/>
                <a:sym typeface="Calibri"/>
              </a:rPr>
              <a:t>-(</a:t>
            </a:r>
            <a:r>
              <a:rPr lang="en" sz="1200" dirty="0">
                <a:solidFill>
                  <a:schemeClr val="tx1">
                    <a:lumMod val="95000"/>
                    <a:lumOff val="5000"/>
                  </a:schemeClr>
                </a:solidFill>
                <a:latin typeface="Calibri"/>
                <a:ea typeface="Calibri"/>
                <a:cs typeface="Calibri"/>
                <a:sym typeface="Calibri"/>
              </a:rPr>
              <a:t>11</a:t>
            </a:r>
            <a:r>
              <a:rPr lang="en" sz="1200" dirty="0">
                <a:solidFill>
                  <a:schemeClr val="tx1"/>
                </a:solidFill>
                <a:latin typeface="Calibri"/>
                <a:ea typeface="Calibri"/>
                <a:cs typeface="Calibri"/>
                <a:sym typeface="Calibri"/>
              </a:rPr>
              <a:t>)</a:t>
            </a:r>
            <a:endParaRPr dirty="0">
              <a:solidFill>
                <a:schemeClr val="tx1"/>
              </a:solidFill>
            </a:endParaRPr>
          </a:p>
        </p:txBody>
      </p:sp>
    </p:spTree>
    <p:extLst>
      <p:ext uri="{BB962C8B-B14F-4D97-AF65-F5344CB8AC3E}">
        <p14:creationId xmlns:p14="http://schemas.microsoft.com/office/powerpoint/2010/main" val="40428821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1"/>
          <p:cNvSpPr txBox="1">
            <a:spLocks noGrp="1"/>
          </p:cNvSpPr>
          <p:nvPr>
            <p:ph type="subTitle" idx="1"/>
          </p:nvPr>
        </p:nvSpPr>
        <p:spPr>
          <a:xfrm>
            <a:off x="152400" y="685800"/>
            <a:ext cx="8788500" cy="3943200"/>
          </a:xfrm>
          <a:prstGeom prst="rect">
            <a:avLst/>
          </a:prstGeom>
          <a:noFill/>
          <a:ln>
            <a:noFill/>
          </a:ln>
        </p:spPr>
        <p:txBody>
          <a:bodyPr spcFirstLastPara="1" wrap="square" lIns="91425" tIns="45700" rIns="91425" bIns="45700" anchor="t" anchorCtr="0">
            <a:noAutofit/>
          </a:bodyPr>
          <a:lstStyle/>
          <a:p>
            <a:pPr marL="0" lvl="0" indent="0" algn="just" rtl="0">
              <a:lnSpc>
                <a:spcPct val="100000"/>
              </a:lnSpc>
              <a:spcBef>
                <a:spcPts val="560"/>
              </a:spcBef>
              <a:spcAft>
                <a:spcPts val="0"/>
              </a:spcAft>
              <a:buClr>
                <a:srgbClr val="888888"/>
              </a:buClr>
              <a:buSzPts val="2800"/>
              <a:buNone/>
            </a:pPr>
            <a:r>
              <a:rPr lang="en-IN" sz="2600" b="1" i="0" u="none" dirty="0">
                <a:solidFill>
                  <a:schemeClr val="dk1"/>
                </a:solidFill>
                <a:latin typeface="Calibri"/>
                <a:ea typeface="Calibri"/>
                <a:cs typeface="Calibri"/>
                <a:sym typeface="Calibri"/>
              </a:rPr>
              <a:t>Issues</a:t>
            </a:r>
          </a:p>
          <a:p>
            <a:pPr marL="0" lvl="0" indent="0" algn="just" rtl="0">
              <a:lnSpc>
                <a:spcPct val="100000"/>
              </a:lnSpc>
              <a:spcBef>
                <a:spcPts val="560"/>
              </a:spcBef>
              <a:spcAft>
                <a:spcPts val="0"/>
              </a:spcAft>
              <a:buClr>
                <a:srgbClr val="888888"/>
              </a:buClr>
              <a:buSzPts val="2800"/>
              <a:buNone/>
            </a:pPr>
            <a:r>
              <a:rPr lang="en-IN" sz="1600" b="1" i="0" u="none" dirty="0">
                <a:solidFill>
                  <a:schemeClr val="dk1"/>
                </a:solidFill>
                <a:latin typeface="Calibri"/>
                <a:ea typeface="Calibri"/>
                <a:cs typeface="Calibri"/>
                <a:sym typeface="Calibri"/>
              </a:rPr>
              <a:t>User Experience</a:t>
            </a:r>
            <a:r>
              <a:rPr lang="en-IN" sz="1600" i="0" u="none" dirty="0">
                <a:solidFill>
                  <a:schemeClr val="dk1"/>
                </a:solidFill>
                <a:latin typeface="Calibri"/>
                <a:ea typeface="Calibri"/>
                <a:cs typeface="Calibri"/>
                <a:sym typeface="Calibri"/>
              </a:rPr>
              <a:t>:</a:t>
            </a:r>
          </a:p>
          <a:p>
            <a:pPr marL="0" lvl="0" indent="0" algn="just" rtl="0">
              <a:lnSpc>
                <a:spcPct val="100000"/>
              </a:lnSpc>
              <a:spcBef>
                <a:spcPts val="560"/>
              </a:spcBef>
              <a:spcAft>
                <a:spcPts val="0"/>
              </a:spcAft>
              <a:buClr>
                <a:srgbClr val="888888"/>
              </a:buClr>
              <a:buSzPts val="2800"/>
              <a:buNone/>
            </a:pPr>
            <a:r>
              <a:rPr lang="en-IN" sz="1600" dirty="0">
                <a:solidFill>
                  <a:schemeClr val="dk1"/>
                </a:solidFill>
                <a:latin typeface="Calibri"/>
                <a:ea typeface="Calibri"/>
                <a:cs typeface="Calibri"/>
                <a:sym typeface="Calibri"/>
              </a:rPr>
              <a:t>	</a:t>
            </a:r>
            <a:r>
              <a:rPr lang="en-US" sz="1600" dirty="0">
                <a:solidFill>
                  <a:schemeClr val="dk1"/>
                </a:solidFill>
                <a:latin typeface="Calibri"/>
                <a:ea typeface="Calibri"/>
                <a:cs typeface="Calibri"/>
                <a:sym typeface="Calibri"/>
              </a:rPr>
              <a:t>Complexity: The system might be too complex or difficult to use, especially for individuals with limited technical knowledge or cognitive impairments</a:t>
            </a:r>
          </a:p>
          <a:p>
            <a:pPr marL="0" lvl="0" indent="0" algn="just" rtl="0">
              <a:lnSpc>
                <a:spcPct val="100000"/>
              </a:lnSpc>
              <a:spcBef>
                <a:spcPts val="560"/>
              </a:spcBef>
              <a:spcAft>
                <a:spcPts val="0"/>
              </a:spcAft>
              <a:buClr>
                <a:srgbClr val="888888"/>
              </a:buClr>
              <a:buSzPts val="2800"/>
              <a:buNone/>
            </a:pPr>
            <a:r>
              <a:rPr lang="en-US" sz="1600" b="1" i="0" u="none" dirty="0">
                <a:solidFill>
                  <a:schemeClr val="tx1"/>
                </a:solidFill>
                <a:latin typeface="Calibri"/>
                <a:ea typeface="Calibri"/>
                <a:cs typeface="Calibri"/>
                <a:sym typeface="Calibri"/>
              </a:rPr>
              <a:t>Cost</a:t>
            </a:r>
            <a:r>
              <a:rPr lang="en-US" sz="1600" i="0" u="none" dirty="0">
                <a:solidFill>
                  <a:schemeClr val="tx1"/>
                </a:solidFill>
                <a:latin typeface="Calibri"/>
                <a:ea typeface="Calibri"/>
                <a:cs typeface="Calibri"/>
                <a:sym typeface="Calibri"/>
              </a:rPr>
              <a:t>: </a:t>
            </a:r>
          </a:p>
          <a:p>
            <a:pPr marL="0" lvl="0" indent="0" algn="just" rtl="0">
              <a:lnSpc>
                <a:spcPct val="100000"/>
              </a:lnSpc>
              <a:spcBef>
                <a:spcPts val="560"/>
              </a:spcBef>
              <a:spcAft>
                <a:spcPts val="0"/>
              </a:spcAft>
              <a:buClr>
                <a:srgbClr val="888888"/>
              </a:buClr>
              <a:buSzPts val="2800"/>
              <a:buNone/>
            </a:pPr>
            <a:r>
              <a:rPr lang="en-US" sz="1600" dirty="0">
                <a:solidFill>
                  <a:schemeClr val="tx1"/>
                </a:solidFill>
                <a:latin typeface="Calibri"/>
                <a:ea typeface="Calibri"/>
                <a:cs typeface="Calibri"/>
                <a:sym typeface="Calibri"/>
              </a:rPr>
              <a:t>	The cost of these machines can be very high not possible to buy by middle class families.</a:t>
            </a:r>
          </a:p>
          <a:p>
            <a:pPr marL="0" indent="0" algn="just">
              <a:spcBef>
                <a:spcPts val="560"/>
              </a:spcBef>
              <a:buClr>
                <a:srgbClr val="888888"/>
              </a:buClr>
            </a:pPr>
            <a:r>
              <a:rPr lang="en-IN" sz="1600" b="1" i="0" u="none" dirty="0">
                <a:solidFill>
                  <a:schemeClr val="dk1"/>
                </a:solidFill>
                <a:latin typeface="Calibri"/>
                <a:ea typeface="Calibri"/>
                <a:cs typeface="Calibri"/>
                <a:sym typeface="Calibri"/>
              </a:rPr>
              <a:t>Not Portable:</a:t>
            </a:r>
          </a:p>
          <a:p>
            <a:pPr marL="0" indent="0" algn="just">
              <a:spcBef>
                <a:spcPts val="560"/>
              </a:spcBef>
              <a:buClr>
                <a:srgbClr val="888888"/>
              </a:buClr>
            </a:pPr>
            <a:r>
              <a:rPr lang="en-IN" sz="1600" b="1" dirty="0">
                <a:solidFill>
                  <a:schemeClr val="dk1"/>
                </a:solidFill>
                <a:latin typeface="Calibri"/>
                <a:ea typeface="Calibri"/>
                <a:cs typeface="Calibri"/>
                <a:sym typeface="Calibri"/>
              </a:rPr>
              <a:t>	</a:t>
            </a:r>
            <a:r>
              <a:rPr lang="en-IN" sz="1600" dirty="0">
                <a:solidFill>
                  <a:schemeClr val="tx1"/>
                </a:solidFill>
                <a:latin typeface="Calibri"/>
                <a:ea typeface="Calibri"/>
                <a:cs typeface="Calibri"/>
                <a:sym typeface="Calibri"/>
              </a:rPr>
              <a:t>The current System are heavy and must be placed at hospital</a:t>
            </a:r>
          </a:p>
          <a:p>
            <a:pPr marL="0" indent="0" algn="just">
              <a:spcBef>
                <a:spcPts val="560"/>
              </a:spcBef>
              <a:buClr>
                <a:srgbClr val="888888"/>
              </a:buClr>
            </a:pPr>
            <a:r>
              <a:rPr lang="en-US" sz="1600" b="1" dirty="0">
                <a:solidFill>
                  <a:schemeClr val="tx1"/>
                </a:solidFill>
                <a:latin typeface="Calibri"/>
                <a:ea typeface="Calibri"/>
                <a:cs typeface="Calibri"/>
                <a:sym typeface="Calibri"/>
              </a:rPr>
              <a:t>Difficult in finding solid parameter:</a:t>
            </a:r>
          </a:p>
          <a:p>
            <a:pPr marL="0" lvl="0" indent="0" algn="just" rtl="0">
              <a:lnSpc>
                <a:spcPct val="100000"/>
              </a:lnSpc>
              <a:spcBef>
                <a:spcPts val="560"/>
              </a:spcBef>
              <a:spcAft>
                <a:spcPts val="0"/>
              </a:spcAft>
              <a:buClr>
                <a:srgbClr val="888888"/>
              </a:buClr>
              <a:buSzPts val="2800"/>
              <a:buNone/>
            </a:pPr>
            <a:r>
              <a:rPr lang="en-IN" sz="1600" i="0" u="none" dirty="0">
                <a:solidFill>
                  <a:schemeClr val="tx1"/>
                </a:solidFill>
                <a:latin typeface="Calibri"/>
                <a:ea typeface="Calibri"/>
                <a:cs typeface="Calibri"/>
                <a:sym typeface="Calibri"/>
              </a:rPr>
              <a:t>	Hard to find Symptoms that can be taken as parameter for training model other than EEG</a:t>
            </a:r>
          </a:p>
        </p:txBody>
      </p:sp>
      <p:sp>
        <p:nvSpPr>
          <p:cNvPr id="132" name="Google Shape;132;p21"/>
          <p:cNvSpPr txBox="1">
            <a:spLocks noGrp="1"/>
          </p:cNvSpPr>
          <p:nvPr>
            <p:ph type="ctrTitle"/>
          </p:nvPr>
        </p:nvSpPr>
        <p:spPr>
          <a:xfrm>
            <a:off x="0" y="0"/>
            <a:ext cx="9144000" cy="685800"/>
          </a:xfrm>
          <a:prstGeom prst="rect">
            <a:avLst/>
          </a:prstGeom>
          <a:gradFill>
            <a:gsLst>
              <a:gs pos="0">
                <a:srgbClr val="8EB4E3"/>
              </a:gs>
              <a:gs pos="50000">
                <a:srgbClr val="C2D1ED"/>
              </a:gs>
              <a:gs pos="100000">
                <a:srgbClr val="E1E8F5"/>
              </a:gs>
            </a:gsLst>
            <a:lin ang="5400012" scaled="0"/>
          </a:grad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2400"/>
              <a:buFont typeface="Calibri"/>
              <a:buNone/>
            </a:pPr>
            <a:r>
              <a:rPr lang="en" sz="2400" b="0" i="0" u="none">
                <a:solidFill>
                  <a:schemeClr val="dk1"/>
                </a:solidFill>
                <a:latin typeface="Calibri"/>
                <a:ea typeface="Calibri"/>
                <a:cs typeface="Calibri"/>
                <a:sym typeface="Calibri"/>
              </a:rPr>
              <a:t>Research Gap</a:t>
            </a:r>
            <a:endParaRPr/>
          </a:p>
        </p:txBody>
      </p:sp>
      <p:sp>
        <p:nvSpPr>
          <p:cNvPr id="133" name="Google Shape;133;p21"/>
          <p:cNvSpPr txBox="1"/>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34" name="Google Shape;134;p21"/>
          <p:cNvSpPr txBox="1"/>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r>
              <a:rPr lang="en" dirty="0">
                <a:solidFill>
                  <a:srgbClr val="898989"/>
                </a:solidFill>
                <a:latin typeface="Calibri"/>
                <a:ea typeface="Calibri"/>
                <a:cs typeface="Calibri"/>
                <a:sym typeface="Calibri"/>
              </a:rPr>
              <a:t>9</a:t>
            </a:r>
            <a:endParaRPr dirty="0"/>
          </a:p>
        </p:txBody>
      </p:sp>
      <p:sp>
        <p:nvSpPr>
          <p:cNvPr id="135" name="Google Shape;135;p21"/>
          <p:cNvSpPr txBox="1"/>
          <p:nvPr/>
        </p:nvSpPr>
        <p:spPr>
          <a:xfrm>
            <a:off x="753975" y="4767275"/>
            <a:ext cx="7175100" cy="2739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1200"/>
              <a:buFont typeface="Calibri"/>
              <a:buNone/>
            </a:pPr>
            <a:r>
              <a:rPr lang="en" sz="1200" dirty="0">
                <a:solidFill>
                  <a:srgbClr val="898989"/>
                </a:solidFill>
                <a:latin typeface="Calibri"/>
                <a:ea typeface="Calibri"/>
                <a:cs typeface="Calibri"/>
                <a:sym typeface="Calibri"/>
              </a:rPr>
              <a:t>Epilepsy Prediction and Emergency Response System</a:t>
            </a:r>
            <a:r>
              <a:rPr lang="en" sz="1200" b="0" i="0" u="none" dirty="0">
                <a:solidFill>
                  <a:srgbClr val="898989"/>
                </a:solidFill>
                <a:latin typeface="Calibri"/>
                <a:ea typeface="Calibri"/>
                <a:cs typeface="Calibri"/>
                <a:sym typeface="Calibri"/>
              </a:rPr>
              <a:t>-(</a:t>
            </a:r>
            <a:r>
              <a:rPr lang="en" sz="1200" dirty="0">
                <a:solidFill>
                  <a:srgbClr val="898989"/>
                </a:solidFill>
                <a:latin typeface="Calibri"/>
                <a:ea typeface="Calibri"/>
                <a:cs typeface="Calibri"/>
                <a:sym typeface="Calibri"/>
              </a:rPr>
              <a:t>11</a:t>
            </a:r>
            <a:r>
              <a:rPr lang="en" sz="1200" b="0" i="0" u="none" dirty="0">
                <a:solidFill>
                  <a:srgbClr val="898989"/>
                </a:solidFill>
                <a:latin typeface="Calibri"/>
                <a:ea typeface="Calibri"/>
                <a:cs typeface="Calibri"/>
                <a:sym typeface="Calibri"/>
              </a:rPr>
              <a:t>)</a:t>
            </a:r>
            <a:endParaRPr dirty="0"/>
          </a:p>
        </p:txBody>
      </p:sp>
    </p:spTree>
    <p:extLst>
      <p:ext uri="{BB962C8B-B14F-4D97-AF65-F5344CB8AC3E}">
        <p14:creationId xmlns:p14="http://schemas.microsoft.com/office/powerpoint/2010/main" val="38429115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1"/>
          <p:cNvSpPr txBox="1">
            <a:spLocks noGrp="1"/>
          </p:cNvSpPr>
          <p:nvPr>
            <p:ph type="subTitle" idx="1"/>
          </p:nvPr>
        </p:nvSpPr>
        <p:spPr>
          <a:xfrm>
            <a:off x="152400" y="685800"/>
            <a:ext cx="8788500" cy="3943200"/>
          </a:xfrm>
          <a:prstGeom prst="rect">
            <a:avLst/>
          </a:prstGeom>
          <a:noFill/>
          <a:ln>
            <a:noFill/>
          </a:ln>
        </p:spPr>
        <p:txBody>
          <a:bodyPr spcFirstLastPara="1" wrap="square" lIns="91425" tIns="45700" rIns="91425" bIns="45700" anchor="t" anchorCtr="0">
            <a:noAutofit/>
          </a:bodyPr>
          <a:lstStyle/>
          <a:p>
            <a:pPr marL="0" lvl="0" indent="0" algn="just" rtl="0">
              <a:lnSpc>
                <a:spcPct val="100000"/>
              </a:lnSpc>
              <a:spcBef>
                <a:spcPts val="560"/>
              </a:spcBef>
              <a:spcAft>
                <a:spcPts val="0"/>
              </a:spcAft>
              <a:buClr>
                <a:srgbClr val="888888"/>
              </a:buClr>
              <a:buSzPts val="2800"/>
              <a:buNone/>
            </a:pPr>
            <a:r>
              <a:rPr lang="en-IN" sz="2600" b="1" i="0" u="none" dirty="0">
                <a:solidFill>
                  <a:schemeClr val="dk1"/>
                </a:solidFill>
                <a:latin typeface="Calibri"/>
                <a:ea typeface="Calibri"/>
                <a:cs typeface="Calibri"/>
                <a:sym typeface="Calibri"/>
              </a:rPr>
              <a:t>Solutions:</a:t>
            </a:r>
          </a:p>
          <a:p>
            <a:pPr marL="0" lvl="0" indent="0" algn="just" rtl="0">
              <a:lnSpc>
                <a:spcPct val="100000"/>
              </a:lnSpc>
              <a:spcBef>
                <a:spcPts val="560"/>
              </a:spcBef>
              <a:spcAft>
                <a:spcPts val="0"/>
              </a:spcAft>
              <a:buClr>
                <a:srgbClr val="888888"/>
              </a:buClr>
              <a:buSzPts val="2800"/>
              <a:buNone/>
            </a:pPr>
            <a:r>
              <a:rPr lang="en-US" sz="1600" b="1" i="0" u="none" dirty="0">
                <a:solidFill>
                  <a:schemeClr val="dk1"/>
                </a:solidFill>
                <a:latin typeface="Calibri"/>
                <a:ea typeface="Calibri"/>
                <a:cs typeface="Calibri"/>
                <a:sym typeface="Calibri"/>
              </a:rPr>
              <a:t>Advanced Algorithms: </a:t>
            </a:r>
          </a:p>
          <a:p>
            <a:pPr marL="0" lvl="0" indent="0" algn="just" rtl="0">
              <a:lnSpc>
                <a:spcPct val="100000"/>
              </a:lnSpc>
              <a:spcBef>
                <a:spcPts val="560"/>
              </a:spcBef>
              <a:spcAft>
                <a:spcPts val="0"/>
              </a:spcAft>
              <a:buClr>
                <a:srgbClr val="888888"/>
              </a:buClr>
              <a:buSzPts val="2800"/>
              <a:buNone/>
            </a:pPr>
            <a:r>
              <a:rPr lang="en-US" sz="1600" b="1" dirty="0">
                <a:solidFill>
                  <a:schemeClr val="dk1"/>
                </a:solidFill>
                <a:latin typeface="Calibri"/>
                <a:ea typeface="Calibri"/>
                <a:cs typeface="Calibri"/>
                <a:sym typeface="Calibri"/>
              </a:rPr>
              <a:t>	</a:t>
            </a:r>
            <a:r>
              <a:rPr lang="en-US" sz="1600" i="0" u="none" dirty="0">
                <a:solidFill>
                  <a:schemeClr val="dk1"/>
                </a:solidFill>
                <a:latin typeface="Calibri"/>
                <a:ea typeface="Calibri"/>
                <a:cs typeface="Calibri"/>
                <a:sym typeface="Calibri"/>
              </a:rPr>
              <a:t>Employ more sophisticated machine learning algorithms and techniques</a:t>
            </a:r>
            <a:r>
              <a:rPr lang="en-US" sz="1600" b="1" i="0" u="none" dirty="0">
                <a:solidFill>
                  <a:schemeClr val="dk1"/>
                </a:solidFill>
                <a:latin typeface="Calibri"/>
                <a:ea typeface="Calibri"/>
                <a:cs typeface="Calibri"/>
                <a:sym typeface="Calibri"/>
              </a:rPr>
              <a:t>.</a:t>
            </a:r>
          </a:p>
          <a:p>
            <a:pPr marL="0" lvl="0" indent="0" algn="just" rtl="0">
              <a:lnSpc>
                <a:spcPct val="100000"/>
              </a:lnSpc>
              <a:spcBef>
                <a:spcPts val="560"/>
              </a:spcBef>
              <a:spcAft>
                <a:spcPts val="0"/>
              </a:spcAft>
              <a:buClr>
                <a:srgbClr val="888888"/>
              </a:buClr>
              <a:buSzPts val="2800"/>
              <a:buNone/>
            </a:pPr>
            <a:r>
              <a:rPr lang="en-US" sz="1600" b="1" i="0" u="none" dirty="0">
                <a:solidFill>
                  <a:schemeClr val="dk1"/>
                </a:solidFill>
                <a:latin typeface="Calibri"/>
                <a:ea typeface="Calibri"/>
                <a:cs typeface="Calibri"/>
                <a:sym typeface="Calibri"/>
              </a:rPr>
              <a:t>API Integration: </a:t>
            </a:r>
          </a:p>
          <a:p>
            <a:pPr marL="0" lvl="0" indent="0" algn="just" rtl="0">
              <a:lnSpc>
                <a:spcPct val="100000"/>
              </a:lnSpc>
              <a:spcBef>
                <a:spcPts val="560"/>
              </a:spcBef>
              <a:spcAft>
                <a:spcPts val="0"/>
              </a:spcAft>
              <a:buClr>
                <a:srgbClr val="888888"/>
              </a:buClr>
              <a:buSzPts val="2800"/>
              <a:buNone/>
            </a:pPr>
            <a:r>
              <a:rPr lang="en-US" sz="1600" b="1" dirty="0">
                <a:solidFill>
                  <a:schemeClr val="dk1"/>
                </a:solidFill>
                <a:latin typeface="Calibri"/>
                <a:ea typeface="Calibri"/>
                <a:cs typeface="Calibri"/>
                <a:sym typeface="Calibri"/>
              </a:rPr>
              <a:t>	</a:t>
            </a:r>
            <a:r>
              <a:rPr lang="en-US" sz="1600" i="0" u="none" dirty="0">
                <a:solidFill>
                  <a:schemeClr val="dk1"/>
                </a:solidFill>
                <a:latin typeface="Calibri"/>
                <a:ea typeface="Calibri"/>
                <a:cs typeface="Calibri"/>
                <a:sym typeface="Calibri"/>
              </a:rPr>
              <a:t>Develop APIs to enable seamless integration with other healthcare systems.</a:t>
            </a:r>
          </a:p>
          <a:p>
            <a:pPr marL="0" lvl="0" indent="0" algn="just" rtl="0">
              <a:lnSpc>
                <a:spcPct val="100000"/>
              </a:lnSpc>
              <a:spcBef>
                <a:spcPts val="560"/>
              </a:spcBef>
              <a:spcAft>
                <a:spcPts val="0"/>
              </a:spcAft>
              <a:buClr>
                <a:srgbClr val="888888"/>
              </a:buClr>
              <a:buSzPts val="2800"/>
              <a:buNone/>
            </a:pPr>
            <a:r>
              <a:rPr lang="en-US" sz="1600" b="1" i="0" u="none" dirty="0">
                <a:solidFill>
                  <a:schemeClr val="dk1"/>
                </a:solidFill>
                <a:latin typeface="Calibri"/>
                <a:ea typeface="Calibri"/>
                <a:cs typeface="Calibri"/>
                <a:sym typeface="Calibri"/>
              </a:rPr>
              <a:t>Continuous Learning: </a:t>
            </a:r>
          </a:p>
          <a:p>
            <a:pPr marL="0" lvl="0" indent="0" algn="just" rtl="0">
              <a:lnSpc>
                <a:spcPct val="100000"/>
              </a:lnSpc>
              <a:spcBef>
                <a:spcPts val="560"/>
              </a:spcBef>
              <a:spcAft>
                <a:spcPts val="0"/>
              </a:spcAft>
              <a:buClr>
                <a:srgbClr val="888888"/>
              </a:buClr>
              <a:buSzPts val="2800"/>
              <a:buNone/>
            </a:pPr>
            <a:r>
              <a:rPr lang="en-US" sz="1600" b="1" dirty="0">
                <a:solidFill>
                  <a:schemeClr val="dk1"/>
                </a:solidFill>
                <a:latin typeface="Calibri"/>
                <a:ea typeface="Calibri"/>
                <a:cs typeface="Calibri"/>
                <a:sym typeface="Calibri"/>
              </a:rPr>
              <a:t>	</a:t>
            </a:r>
            <a:r>
              <a:rPr lang="en-US" sz="1600" i="0" u="none" dirty="0">
                <a:solidFill>
                  <a:schemeClr val="dk1"/>
                </a:solidFill>
                <a:latin typeface="Calibri"/>
                <a:ea typeface="Calibri"/>
                <a:cs typeface="Calibri"/>
                <a:sym typeface="Calibri"/>
              </a:rPr>
              <a:t>Regularly update the system with new data to improve its performance over time.</a:t>
            </a:r>
            <a:r>
              <a:rPr lang="en-IN" sz="1600" i="0" u="none" dirty="0">
                <a:solidFill>
                  <a:schemeClr val="dk1"/>
                </a:solidFill>
                <a:latin typeface="Calibri"/>
                <a:ea typeface="Calibri"/>
                <a:cs typeface="Calibri"/>
                <a:sym typeface="Calibri"/>
              </a:rPr>
              <a:t> </a:t>
            </a:r>
          </a:p>
          <a:p>
            <a:pPr marL="0" lvl="0" indent="0" algn="just" rtl="0">
              <a:lnSpc>
                <a:spcPct val="100000"/>
              </a:lnSpc>
              <a:spcBef>
                <a:spcPts val="560"/>
              </a:spcBef>
              <a:spcAft>
                <a:spcPts val="0"/>
              </a:spcAft>
              <a:buClr>
                <a:srgbClr val="888888"/>
              </a:buClr>
              <a:buSzPts val="2800"/>
              <a:buNone/>
            </a:pPr>
            <a:r>
              <a:rPr lang="en-US" sz="1600" b="1" i="0" u="none" dirty="0">
                <a:solidFill>
                  <a:schemeClr val="dk1"/>
                </a:solidFill>
                <a:latin typeface="Calibri"/>
                <a:ea typeface="Calibri"/>
                <a:cs typeface="Calibri"/>
                <a:sym typeface="Calibri"/>
              </a:rPr>
              <a:t>Customization</a:t>
            </a:r>
            <a:r>
              <a:rPr lang="en-US" sz="1600" i="0" u="none" dirty="0">
                <a:solidFill>
                  <a:schemeClr val="dk1"/>
                </a:solidFill>
                <a:latin typeface="Calibri"/>
                <a:ea typeface="Calibri"/>
                <a:cs typeface="Calibri"/>
                <a:sym typeface="Calibri"/>
              </a:rPr>
              <a:t>: </a:t>
            </a:r>
          </a:p>
          <a:p>
            <a:pPr marL="0" lvl="0" indent="0" algn="just" rtl="0">
              <a:lnSpc>
                <a:spcPct val="100000"/>
              </a:lnSpc>
              <a:spcBef>
                <a:spcPts val="560"/>
              </a:spcBef>
              <a:spcAft>
                <a:spcPts val="0"/>
              </a:spcAft>
              <a:buClr>
                <a:srgbClr val="888888"/>
              </a:buClr>
              <a:buSzPts val="2800"/>
              <a:buNone/>
            </a:pPr>
            <a:r>
              <a:rPr lang="en-US" sz="1600" dirty="0">
                <a:solidFill>
                  <a:schemeClr val="dk1"/>
                </a:solidFill>
                <a:latin typeface="Calibri"/>
                <a:ea typeface="Calibri"/>
                <a:cs typeface="Calibri"/>
                <a:sym typeface="Calibri"/>
              </a:rPr>
              <a:t>	</a:t>
            </a:r>
            <a:r>
              <a:rPr lang="en-US" sz="1600" i="0" u="none" dirty="0">
                <a:solidFill>
                  <a:schemeClr val="dk1"/>
                </a:solidFill>
                <a:latin typeface="Calibri"/>
                <a:ea typeface="Calibri"/>
                <a:cs typeface="Calibri"/>
                <a:sym typeface="Calibri"/>
              </a:rPr>
              <a:t>Allow users to customize the system to their specific needs and preferences.</a:t>
            </a:r>
            <a:endParaRPr lang="en-IN" sz="1600" i="0" u="none" dirty="0">
              <a:solidFill>
                <a:schemeClr val="dk1"/>
              </a:solidFill>
              <a:latin typeface="Calibri"/>
              <a:ea typeface="Calibri"/>
              <a:cs typeface="Calibri"/>
              <a:sym typeface="Calibri"/>
            </a:endParaRPr>
          </a:p>
          <a:p>
            <a:pPr marL="0" lvl="0" indent="0" algn="just" rtl="0">
              <a:lnSpc>
                <a:spcPct val="100000"/>
              </a:lnSpc>
              <a:spcBef>
                <a:spcPts val="560"/>
              </a:spcBef>
              <a:spcAft>
                <a:spcPts val="0"/>
              </a:spcAft>
              <a:buClr>
                <a:srgbClr val="888888"/>
              </a:buClr>
              <a:buSzPts val="2800"/>
              <a:buNone/>
            </a:pPr>
            <a:r>
              <a:rPr lang="en-US" sz="1600" b="1" i="0" u="none" dirty="0">
                <a:solidFill>
                  <a:schemeClr val="tx1"/>
                </a:solidFill>
                <a:latin typeface="Calibri"/>
                <a:ea typeface="Calibri"/>
                <a:cs typeface="Calibri"/>
                <a:sym typeface="Calibri"/>
              </a:rPr>
              <a:t>Cost</a:t>
            </a:r>
            <a:r>
              <a:rPr lang="en-US" sz="1600" i="0" u="none" dirty="0">
                <a:solidFill>
                  <a:schemeClr val="tx1"/>
                </a:solidFill>
                <a:latin typeface="Calibri"/>
                <a:ea typeface="Calibri"/>
                <a:cs typeface="Calibri"/>
                <a:sym typeface="Calibri"/>
              </a:rPr>
              <a:t>: </a:t>
            </a:r>
          </a:p>
          <a:p>
            <a:pPr marL="0" lvl="0" indent="0" algn="just" rtl="0">
              <a:lnSpc>
                <a:spcPct val="100000"/>
              </a:lnSpc>
              <a:spcBef>
                <a:spcPts val="560"/>
              </a:spcBef>
              <a:spcAft>
                <a:spcPts val="0"/>
              </a:spcAft>
              <a:buClr>
                <a:srgbClr val="888888"/>
              </a:buClr>
              <a:buSzPts val="2800"/>
              <a:buNone/>
            </a:pPr>
            <a:r>
              <a:rPr lang="en-US" sz="1600" dirty="0">
                <a:solidFill>
                  <a:schemeClr val="tx1"/>
                </a:solidFill>
                <a:latin typeface="Calibri"/>
                <a:ea typeface="Calibri"/>
                <a:cs typeface="Calibri"/>
                <a:sym typeface="Calibri"/>
              </a:rPr>
              <a:t>	Less Cost</a:t>
            </a:r>
            <a:endParaRPr lang="en-IN" sz="1600" i="0" u="none" dirty="0">
              <a:solidFill>
                <a:schemeClr val="tx1"/>
              </a:solidFill>
              <a:latin typeface="Calibri"/>
              <a:ea typeface="Calibri"/>
              <a:cs typeface="Calibri"/>
              <a:sym typeface="Calibri"/>
            </a:endParaRPr>
          </a:p>
        </p:txBody>
      </p:sp>
      <p:sp>
        <p:nvSpPr>
          <p:cNvPr id="132" name="Google Shape;132;p21"/>
          <p:cNvSpPr txBox="1">
            <a:spLocks noGrp="1"/>
          </p:cNvSpPr>
          <p:nvPr>
            <p:ph type="ctrTitle"/>
          </p:nvPr>
        </p:nvSpPr>
        <p:spPr>
          <a:xfrm>
            <a:off x="0" y="0"/>
            <a:ext cx="9144000" cy="685800"/>
          </a:xfrm>
          <a:prstGeom prst="rect">
            <a:avLst/>
          </a:prstGeom>
          <a:gradFill>
            <a:gsLst>
              <a:gs pos="0">
                <a:srgbClr val="8EB4E3"/>
              </a:gs>
              <a:gs pos="50000">
                <a:srgbClr val="C2D1ED"/>
              </a:gs>
              <a:gs pos="100000">
                <a:srgbClr val="E1E8F5"/>
              </a:gs>
            </a:gsLst>
            <a:lin ang="5400012" scaled="0"/>
          </a:grad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2400"/>
              <a:buFont typeface="Calibri"/>
              <a:buNone/>
            </a:pPr>
            <a:r>
              <a:rPr lang="en" sz="2400" b="0" i="0" u="none">
                <a:solidFill>
                  <a:schemeClr val="dk1"/>
                </a:solidFill>
                <a:latin typeface="Calibri"/>
                <a:ea typeface="Calibri"/>
                <a:cs typeface="Calibri"/>
                <a:sym typeface="Calibri"/>
              </a:rPr>
              <a:t>Research Gap</a:t>
            </a:r>
            <a:endParaRPr/>
          </a:p>
        </p:txBody>
      </p:sp>
      <p:sp>
        <p:nvSpPr>
          <p:cNvPr id="133" name="Google Shape;133;p21"/>
          <p:cNvSpPr txBox="1"/>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34" name="Google Shape;134;p21"/>
          <p:cNvSpPr txBox="1"/>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r>
              <a:rPr lang="en-IN" dirty="0">
                <a:solidFill>
                  <a:schemeClr val="bg2">
                    <a:lumMod val="60000"/>
                    <a:lumOff val="40000"/>
                  </a:schemeClr>
                </a:solidFill>
              </a:rPr>
              <a:t>10</a:t>
            </a:r>
            <a:endParaRPr dirty="0">
              <a:solidFill>
                <a:schemeClr val="bg2">
                  <a:lumMod val="60000"/>
                  <a:lumOff val="40000"/>
                </a:schemeClr>
              </a:solidFill>
            </a:endParaRPr>
          </a:p>
        </p:txBody>
      </p:sp>
      <p:sp>
        <p:nvSpPr>
          <p:cNvPr id="135" name="Google Shape;135;p21"/>
          <p:cNvSpPr txBox="1"/>
          <p:nvPr/>
        </p:nvSpPr>
        <p:spPr>
          <a:xfrm>
            <a:off x="753975" y="4767275"/>
            <a:ext cx="7175100" cy="2739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1200"/>
              <a:buFont typeface="Calibri"/>
              <a:buNone/>
            </a:pPr>
            <a:r>
              <a:rPr lang="en" sz="1200" dirty="0">
                <a:solidFill>
                  <a:srgbClr val="898989"/>
                </a:solidFill>
                <a:latin typeface="Calibri"/>
                <a:ea typeface="Calibri"/>
                <a:cs typeface="Calibri"/>
                <a:sym typeface="Calibri"/>
              </a:rPr>
              <a:t>Epilepsy Prediction and Emergency Response System</a:t>
            </a:r>
            <a:r>
              <a:rPr lang="en" sz="1200" b="0" i="0" u="none" dirty="0">
                <a:solidFill>
                  <a:srgbClr val="898989"/>
                </a:solidFill>
                <a:latin typeface="Calibri"/>
                <a:ea typeface="Calibri"/>
                <a:cs typeface="Calibri"/>
                <a:sym typeface="Calibri"/>
              </a:rPr>
              <a:t>-(</a:t>
            </a:r>
            <a:r>
              <a:rPr lang="en" sz="1200" dirty="0">
                <a:solidFill>
                  <a:srgbClr val="898989"/>
                </a:solidFill>
                <a:latin typeface="Calibri"/>
                <a:ea typeface="Calibri"/>
                <a:cs typeface="Calibri"/>
                <a:sym typeface="Calibri"/>
              </a:rPr>
              <a:t>11</a:t>
            </a:r>
            <a:r>
              <a:rPr lang="en" sz="1200" b="0" i="0" u="none" dirty="0">
                <a:solidFill>
                  <a:srgbClr val="898989"/>
                </a:solidFill>
                <a:latin typeface="Calibri"/>
                <a:ea typeface="Calibri"/>
                <a:cs typeface="Calibri"/>
                <a:sym typeface="Calibri"/>
              </a:rPr>
              <a:t>)</a:t>
            </a: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2"/>
          <p:cNvSpPr txBox="1">
            <a:spLocks noGrp="1"/>
          </p:cNvSpPr>
          <p:nvPr>
            <p:ph type="subTitle" idx="1"/>
          </p:nvPr>
        </p:nvSpPr>
        <p:spPr>
          <a:xfrm>
            <a:off x="152400" y="800100"/>
            <a:ext cx="8788500" cy="3828900"/>
          </a:xfrm>
          <a:prstGeom prst="rect">
            <a:avLst/>
          </a:prstGeom>
          <a:noFill/>
          <a:ln>
            <a:noFill/>
          </a:ln>
        </p:spPr>
        <p:txBody>
          <a:bodyPr spcFirstLastPara="1" wrap="square" lIns="91425" tIns="45700" rIns="91425" bIns="45700" anchor="t" anchorCtr="0">
            <a:noAutofit/>
          </a:bodyPr>
          <a:lstStyle/>
          <a:p>
            <a:pPr marL="0" lvl="0" indent="0" algn="just" rtl="0">
              <a:spcBef>
                <a:spcPts val="480"/>
              </a:spcBef>
              <a:spcAft>
                <a:spcPts val="0"/>
              </a:spcAft>
              <a:buClr>
                <a:schemeClr val="dk1"/>
              </a:buClr>
              <a:buSzPts val="1100"/>
              <a:buNone/>
            </a:pPr>
            <a:r>
              <a:rPr lang="en" sz="2000" b="1" dirty="0">
                <a:solidFill>
                  <a:schemeClr val="dk1"/>
                </a:solidFill>
                <a:latin typeface="Calibri"/>
                <a:ea typeface="Calibri"/>
                <a:cs typeface="Calibri"/>
                <a:sym typeface="Calibri"/>
              </a:rPr>
              <a:t>1. Seizure detection system:</a:t>
            </a:r>
            <a:endParaRPr sz="2000" b="1" dirty="0">
              <a:solidFill>
                <a:schemeClr val="dk1"/>
              </a:solidFill>
              <a:latin typeface="Calibri"/>
              <a:ea typeface="Calibri"/>
              <a:cs typeface="Calibri"/>
              <a:sym typeface="Calibri"/>
            </a:endParaRPr>
          </a:p>
          <a:p>
            <a:pPr marL="0" lvl="0" indent="0" algn="just" rtl="0">
              <a:spcBef>
                <a:spcPts val="480"/>
              </a:spcBef>
              <a:spcAft>
                <a:spcPts val="0"/>
              </a:spcAft>
              <a:buClr>
                <a:schemeClr val="dk1"/>
              </a:buClr>
              <a:buSzPts val="1100"/>
              <a:buNone/>
            </a:pPr>
            <a:r>
              <a:rPr lang="en" sz="2000" b="1" dirty="0">
                <a:solidFill>
                  <a:schemeClr val="dk1"/>
                </a:solidFill>
                <a:latin typeface="Calibri"/>
                <a:ea typeface="Calibri"/>
                <a:cs typeface="Calibri"/>
                <a:sym typeface="Calibri"/>
              </a:rPr>
              <a:t>    - Electroencephalography (EEG) or Electrocorticography (ECoG) sensors to monitor brain activity.</a:t>
            </a:r>
          </a:p>
          <a:p>
            <a:pPr marL="0" lvl="0" indent="0" algn="just" rtl="0">
              <a:spcBef>
                <a:spcPts val="480"/>
              </a:spcBef>
              <a:spcAft>
                <a:spcPts val="0"/>
              </a:spcAft>
              <a:buClr>
                <a:schemeClr val="dk1"/>
              </a:buClr>
              <a:buSzPts val="1100"/>
              <a:buNone/>
            </a:pPr>
            <a:r>
              <a:rPr lang="en" sz="2000" b="1" dirty="0">
                <a:solidFill>
                  <a:schemeClr val="dk1"/>
                </a:solidFill>
                <a:latin typeface="Calibri"/>
                <a:ea typeface="Calibri"/>
                <a:cs typeface="Calibri"/>
                <a:sym typeface="Calibri"/>
              </a:rPr>
              <a:t>	</a:t>
            </a:r>
            <a:r>
              <a:rPr lang="pt-BR" sz="2000" b="1" dirty="0">
                <a:solidFill>
                  <a:schemeClr val="dk1"/>
                </a:solidFill>
                <a:latin typeface="Calibri"/>
                <a:ea typeface="Calibri"/>
                <a:cs typeface="Calibri"/>
                <a:sym typeface="Calibri"/>
              </a:rPr>
              <a:t>F = frontal. Fp = frontopolar. T = temporal. C = central. P = parietal. O = occipital. A = auricular (ear electrode)</a:t>
            </a:r>
            <a:endParaRPr lang="en" sz="2000" b="1" dirty="0">
              <a:solidFill>
                <a:schemeClr val="dk1"/>
              </a:solidFill>
              <a:latin typeface="Calibri"/>
              <a:ea typeface="Calibri"/>
              <a:cs typeface="Calibri"/>
              <a:sym typeface="Calibri"/>
            </a:endParaRPr>
          </a:p>
          <a:p>
            <a:pPr marL="0" lvl="0" indent="0" algn="just" rtl="0">
              <a:spcBef>
                <a:spcPts val="480"/>
              </a:spcBef>
              <a:spcAft>
                <a:spcPts val="0"/>
              </a:spcAft>
              <a:buClr>
                <a:schemeClr val="dk1"/>
              </a:buClr>
              <a:buSzPts val="1100"/>
              <a:buNone/>
            </a:pPr>
            <a:r>
              <a:rPr lang="en" sz="2000" b="1" dirty="0">
                <a:solidFill>
                  <a:schemeClr val="dk1"/>
                </a:solidFill>
                <a:latin typeface="Calibri"/>
                <a:ea typeface="Calibri"/>
                <a:cs typeface="Calibri"/>
                <a:sym typeface="Calibri"/>
              </a:rPr>
              <a:t>    - Machine learning algorithms to analyze brain signals and detect seizure patterns.</a:t>
            </a:r>
            <a:endParaRPr sz="2000" b="1" dirty="0">
              <a:solidFill>
                <a:schemeClr val="dk1"/>
              </a:solidFill>
              <a:latin typeface="Calibri"/>
              <a:ea typeface="Calibri"/>
              <a:cs typeface="Calibri"/>
              <a:sym typeface="Calibri"/>
            </a:endParaRPr>
          </a:p>
          <a:p>
            <a:pPr marL="0" lvl="0" indent="0" algn="just" rtl="0">
              <a:spcBef>
                <a:spcPts val="480"/>
              </a:spcBef>
              <a:spcAft>
                <a:spcPts val="0"/>
              </a:spcAft>
              <a:buClr>
                <a:schemeClr val="dk1"/>
              </a:buClr>
              <a:buSzPts val="1100"/>
              <a:buNone/>
            </a:pPr>
            <a:r>
              <a:rPr lang="en" sz="2000" b="1" dirty="0">
                <a:solidFill>
                  <a:schemeClr val="dk1"/>
                </a:solidFill>
                <a:latin typeface="Calibri"/>
                <a:ea typeface="Calibri"/>
                <a:cs typeface="Calibri"/>
                <a:sym typeface="Calibri"/>
              </a:rPr>
              <a:t>2. Symptom detection module:</a:t>
            </a:r>
            <a:endParaRPr sz="2000" b="1" dirty="0">
              <a:solidFill>
                <a:schemeClr val="dk1"/>
              </a:solidFill>
              <a:latin typeface="Calibri"/>
              <a:ea typeface="Calibri"/>
              <a:cs typeface="Calibri"/>
              <a:sym typeface="Calibri"/>
            </a:endParaRPr>
          </a:p>
          <a:p>
            <a:pPr marL="0" lvl="0" indent="0" algn="just" rtl="0">
              <a:spcBef>
                <a:spcPts val="480"/>
              </a:spcBef>
              <a:spcAft>
                <a:spcPts val="0"/>
              </a:spcAft>
              <a:buClr>
                <a:schemeClr val="dk1"/>
              </a:buClr>
              <a:buSzPts val="1100"/>
              <a:buNone/>
            </a:pPr>
            <a:r>
              <a:rPr lang="en" sz="2000" b="1" dirty="0">
                <a:solidFill>
                  <a:schemeClr val="dk1"/>
                </a:solidFill>
                <a:latin typeface="Calibri"/>
                <a:ea typeface="Calibri"/>
                <a:cs typeface="Calibri"/>
                <a:sym typeface="Calibri"/>
              </a:rPr>
              <a:t>    - Sensors to monitor physiological signals like heart rate, blood pressure, and muscle activity.</a:t>
            </a:r>
            <a:endParaRPr sz="2000" b="1" dirty="0">
              <a:solidFill>
                <a:schemeClr val="dk1"/>
              </a:solidFill>
              <a:latin typeface="Calibri"/>
              <a:ea typeface="Calibri"/>
              <a:cs typeface="Calibri"/>
              <a:sym typeface="Calibri"/>
            </a:endParaRPr>
          </a:p>
          <a:p>
            <a:pPr marL="0" lvl="0" indent="0" algn="just" rtl="0">
              <a:spcBef>
                <a:spcPts val="480"/>
              </a:spcBef>
              <a:spcAft>
                <a:spcPts val="0"/>
              </a:spcAft>
              <a:buClr>
                <a:schemeClr val="dk1"/>
              </a:buClr>
              <a:buSzPts val="1100"/>
              <a:buFont typeface="Arial"/>
              <a:buNone/>
            </a:pPr>
            <a:r>
              <a:rPr lang="en" sz="2000" b="1" dirty="0">
                <a:solidFill>
                  <a:schemeClr val="dk1"/>
                </a:solidFill>
                <a:latin typeface="Calibri"/>
                <a:ea typeface="Calibri"/>
                <a:cs typeface="Calibri"/>
                <a:sym typeface="Calibri"/>
              </a:rPr>
              <a:t>    - Computer vision or motion sensors to detect physical symptoms like convulsions or tremors.</a:t>
            </a:r>
            <a:endParaRPr sz="2000" b="1" dirty="0">
              <a:solidFill>
                <a:schemeClr val="dk1"/>
              </a:solidFill>
              <a:latin typeface="Calibri"/>
              <a:ea typeface="Calibri"/>
              <a:cs typeface="Calibri"/>
              <a:sym typeface="Calibri"/>
            </a:endParaRPr>
          </a:p>
        </p:txBody>
      </p:sp>
      <p:sp>
        <p:nvSpPr>
          <p:cNvPr id="142" name="Google Shape;142;p22"/>
          <p:cNvSpPr txBox="1">
            <a:spLocks noGrp="1"/>
          </p:cNvSpPr>
          <p:nvPr>
            <p:ph type="ctrTitle"/>
          </p:nvPr>
        </p:nvSpPr>
        <p:spPr>
          <a:xfrm>
            <a:off x="0" y="0"/>
            <a:ext cx="9144000" cy="685800"/>
          </a:xfrm>
          <a:prstGeom prst="rect">
            <a:avLst/>
          </a:prstGeom>
          <a:gradFill>
            <a:gsLst>
              <a:gs pos="0">
                <a:srgbClr val="8EB4E3"/>
              </a:gs>
              <a:gs pos="50000">
                <a:srgbClr val="C2D1ED"/>
              </a:gs>
              <a:gs pos="100000">
                <a:srgbClr val="E1E8F5"/>
              </a:gs>
            </a:gsLst>
            <a:lin ang="5400012" scaled="0"/>
          </a:grad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2400"/>
              <a:buFont typeface="Calibri"/>
              <a:buNone/>
            </a:pPr>
            <a:r>
              <a:rPr lang="en" sz="2400" b="0" i="0" u="none">
                <a:solidFill>
                  <a:schemeClr val="dk1"/>
                </a:solidFill>
                <a:latin typeface="Calibri"/>
                <a:ea typeface="Calibri"/>
                <a:cs typeface="Calibri"/>
                <a:sym typeface="Calibri"/>
              </a:rPr>
              <a:t>Hardware/Software Requirement</a:t>
            </a:r>
            <a:endParaRPr/>
          </a:p>
        </p:txBody>
      </p:sp>
      <p:sp>
        <p:nvSpPr>
          <p:cNvPr id="143" name="Google Shape;143;p22"/>
          <p:cNvSpPr txBox="1"/>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44" name="Google Shape;144;p22"/>
          <p:cNvSpPr txBox="1"/>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r>
              <a:rPr lang="en" sz="1400">
                <a:solidFill>
                  <a:srgbClr val="898989"/>
                </a:solidFill>
                <a:latin typeface="Calibri"/>
                <a:ea typeface="Calibri"/>
                <a:cs typeface="Calibri"/>
                <a:sym typeface="Calibri"/>
              </a:rPr>
              <a:t>11</a:t>
            </a:r>
            <a:endParaRPr dirty="0"/>
          </a:p>
        </p:txBody>
      </p:sp>
      <p:sp>
        <p:nvSpPr>
          <p:cNvPr id="145" name="Google Shape;145;p22"/>
          <p:cNvSpPr txBox="1"/>
          <p:nvPr/>
        </p:nvSpPr>
        <p:spPr>
          <a:xfrm>
            <a:off x="753975" y="4767275"/>
            <a:ext cx="7175100" cy="2739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1200"/>
              <a:buFont typeface="Calibri"/>
              <a:buNone/>
            </a:pPr>
            <a:r>
              <a:rPr lang="en" sz="1200" dirty="0">
                <a:solidFill>
                  <a:srgbClr val="898989"/>
                </a:solidFill>
                <a:latin typeface="Calibri"/>
                <a:ea typeface="Calibri"/>
                <a:cs typeface="Calibri"/>
                <a:sym typeface="Calibri"/>
              </a:rPr>
              <a:t>Epilepsy Prediction and Emergency Response System</a:t>
            </a:r>
            <a:r>
              <a:rPr lang="en" sz="1200" b="0" i="0" u="none" dirty="0">
                <a:solidFill>
                  <a:srgbClr val="898989"/>
                </a:solidFill>
                <a:latin typeface="Calibri"/>
                <a:ea typeface="Calibri"/>
                <a:cs typeface="Calibri"/>
                <a:sym typeface="Calibri"/>
              </a:rPr>
              <a:t>-(</a:t>
            </a:r>
            <a:r>
              <a:rPr lang="en" sz="1200" dirty="0">
                <a:solidFill>
                  <a:srgbClr val="898989"/>
                </a:solidFill>
                <a:latin typeface="Calibri"/>
                <a:ea typeface="Calibri"/>
                <a:cs typeface="Calibri"/>
                <a:sym typeface="Calibri"/>
              </a:rPr>
              <a:t>11</a:t>
            </a:r>
            <a:r>
              <a:rPr lang="en" sz="1200" b="0" i="0" u="none" dirty="0">
                <a:solidFill>
                  <a:srgbClr val="898989"/>
                </a:solidFill>
                <a:latin typeface="Calibri"/>
                <a:ea typeface="Calibri"/>
                <a:cs typeface="Calibri"/>
                <a:sym typeface="Calibri"/>
              </a:rPr>
              <a:t>)</a:t>
            </a:r>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3"/>
          <p:cNvSpPr txBox="1">
            <a:spLocks noGrp="1"/>
          </p:cNvSpPr>
          <p:nvPr>
            <p:ph type="subTitle" idx="1"/>
          </p:nvPr>
        </p:nvSpPr>
        <p:spPr>
          <a:xfrm>
            <a:off x="152400" y="800100"/>
            <a:ext cx="8788500" cy="3828900"/>
          </a:xfrm>
          <a:prstGeom prst="rect">
            <a:avLst/>
          </a:prstGeom>
          <a:noFill/>
          <a:ln>
            <a:noFill/>
          </a:ln>
        </p:spPr>
        <p:txBody>
          <a:bodyPr spcFirstLastPara="1" wrap="square" lIns="91425" tIns="45700" rIns="91425" bIns="45700" anchor="t" anchorCtr="0">
            <a:noAutofit/>
          </a:bodyPr>
          <a:lstStyle/>
          <a:p>
            <a:pPr marL="0" lvl="0" indent="0" algn="just" rtl="0">
              <a:spcBef>
                <a:spcPts val="480"/>
              </a:spcBef>
              <a:spcAft>
                <a:spcPts val="0"/>
              </a:spcAft>
              <a:buClr>
                <a:schemeClr val="dk1"/>
              </a:buClr>
              <a:buSzPts val="1100"/>
              <a:buNone/>
            </a:pPr>
            <a:r>
              <a:rPr lang="en" sz="2000" b="1" dirty="0">
                <a:solidFill>
                  <a:schemeClr val="dk1"/>
                </a:solidFill>
                <a:latin typeface="Calibri"/>
                <a:ea typeface="Calibri"/>
                <a:cs typeface="Calibri"/>
                <a:sym typeface="Calibri"/>
              </a:rPr>
              <a:t>3. Alarm system:</a:t>
            </a:r>
            <a:endParaRPr sz="2000" b="1" dirty="0">
              <a:solidFill>
                <a:schemeClr val="dk1"/>
              </a:solidFill>
              <a:latin typeface="Calibri"/>
              <a:ea typeface="Calibri"/>
              <a:cs typeface="Calibri"/>
              <a:sym typeface="Calibri"/>
            </a:endParaRPr>
          </a:p>
          <a:p>
            <a:pPr marL="0" lvl="0" indent="0" algn="just" rtl="0">
              <a:spcBef>
                <a:spcPts val="480"/>
              </a:spcBef>
              <a:spcAft>
                <a:spcPts val="0"/>
              </a:spcAft>
              <a:buClr>
                <a:schemeClr val="dk1"/>
              </a:buClr>
              <a:buSzPts val="1100"/>
              <a:buNone/>
            </a:pPr>
            <a:r>
              <a:rPr lang="en" sz="2000" b="1" dirty="0">
                <a:solidFill>
                  <a:schemeClr val="dk1"/>
                </a:solidFill>
                <a:latin typeface="Calibri"/>
                <a:ea typeface="Calibri"/>
                <a:cs typeface="Calibri"/>
                <a:sym typeface="Calibri"/>
              </a:rPr>
              <a:t>    - A small, portable Alarm device that can tell the that he might be having an seizure.</a:t>
            </a:r>
            <a:r>
              <a:rPr sz="2000" b="1" dirty="0">
                <a:solidFill>
                  <a:schemeClr val="dk1"/>
                </a:solidFill>
                <a:latin typeface="Calibri"/>
                <a:ea typeface="Calibri"/>
                <a:cs typeface="Calibri"/>
                <a:sym typeface="Calibri"/>
              </a:rPr>
              <a:t> </a:t>
            </a:r>
            <a:endParaRPr lang="en-IN" sz="2000" b="1" dirty="0">
              <a:solidFill>
                <a:schemeClr val="dk1"/>
              </a:solidFill>
              <a:latin typeface="Calibri"/>
              <a:ea typeface="Calibri"/>
              <a:cs typeface="Calibri"/>
              <a:sym typeface="Calibri"/>
            </a:endParaRPr>
          </a:p>
          <a:p>
            <a:pPr marL="0" lvl="0" indent="0" algn="just" rtl="0">
              <a:spcBef>
                <a:spcPts val="480"/>
              </a:spcBef>
              <a:spcAft>
                <a:spcPts val="0"/>
              </a:spcAft>
              <a:buClr>
                <a:schemeClr val="dk1"/>
              </a:buClr>
              <a:buSzPts val="1100"/>
              <a:buNone/>
            </a:pPr>
            <a:r>
              <a:rPr lang="en" sz="2000" b="1" dirty="0">
                <a:solidFill>
                  <a:schemeClr val="dk1"/>
                </a:solidFill>
                <a:latin typeface="Calibri"/>
                <a:ea typeface="Calibri"/>
                <a:cs typeface="Calibri"/>
                <a:sym typeface="Calibri"/>
              </a:rPr>
              <a:t>4. Power supply and electronics:</a:t>
            </a:r>
            <a:endParaRPr sz="2000" b="1" dirty="0">
              <a:solidFill>
                <a:schemeClr val="dk1"/>
              </a:solidFill>
              <a:latin typeface="Calibri"/>
              <a:ea typeface="Calibri"/>
              <a:cs typeface="Calibri"/>
              <a:sym typeface="Calibri"/>
            </a:endParaRPr>
          </a:p>
          <a:p>
            <a:pPr marL="0" lvl="0" indent="0" algn="just" rtl="0">
              <a:spcBef>
                <a:spcPts val="480"/>
              </a:spcBef>
              <a:spcAft>
                <a:spcPts val="0"/>
              </a:spcAft>
              <a:buClr>
                <a:schemeClr val="dk1"/>
              </a:buClr>
              <a:buSzPts val="1100"/>
              <a:buNone/>
            </a:pPr>
            <a:r>
              <a:rPr lang="en" sz="2000" b="1" dirty="0">
                <a:solidFill>
                  <a:schemeClr val="dk1"/>
                </a:solidFill>
                <a:latin typeface="Calibri"/>
                <a:ea typeface="Calibri"/>
                <a:cs typeface="Calibri"/>
                <a:sym typeface="Calibri"/>
              </a:rPr>
              <a:t>    - A compact, wearable, or portable power source (e.g., battery).</a:t>
            </a:r>
            <a:endParaRPr sz="2000" b="1" dirty="0">
              <a:solidFill>
                <a:schemeClr val="dk1"/>
              </a:solidFill>
              <a:latin typeface="Calibri"/>
              <a:ea typeface="Calibri"/>
              <a:cs typeface="Calibri"/>
              <a:sym typeface="Calibri"/>
            </a:endParaRPr>
          </a:p>
          <a:p>
            <a:pPr marL="0" lvl="0" indent="0" algn="just" rtl="0">
              <a:spcBef>
                <a:spcPts val="480"/>
              </a:spcBef>
              <a:spcAft>
                <a:spcPts val="0"/>
              </a:spcAft>
              <a:buClr>
                <a:schemeClr val="dk1"/>
              </a:buClr>
              <a:buSzPts val="1100"/>
              <a:buNone/>
            </a:pPr>
            <a:r>
              <a:rPr lang="en" sz="2000" b="1" dirty="0">
                <a:solidFill>
                  <a:schemeClr val="dk1"/>
                </a:solidFill>
                <a:latin typeface="Calibri"/>
                <a:ea typeface="Calibri"/>
                <a:cs typeface="Calibri"/>
                <a:sym typeface="Calibri"/>
              </a:rPr>
              <a:t>    - Electronic circuits to control the sensors, algorithms system.</a:t>
            </a:r>
            <a:endParaRPr sz="2000" b="1" dirty="0">
              <a:solidFill>
                <a:schemeClr val="dk1"/>
              </a:solidFill>
              <a:latin typeface="Calibri"/>
              <a:ea typeface="Calibri"/>
              <a:cs typeface="Calibri"/>
              <a:sym typeface="Calibri"/>
            </a:endParaRPr>
          </a:p>
          <a:p>
            <a:pPr marL="0" lvl="0" indent="0" algn="just" rtl="0">
              <a:spcBef>
                <a:spcPts val="480"/>
              </a:spcBef>
              <a:spcAft>
                <a:spcPts val="0"/>
              </a:spcAft>
              <a:buClr>
                <a:schemeClr val="dk1"/>
              </a:buClr>
              <a:buSzPts val="1100"/>
              <a:buNone/>
            </a:pPr>
            <a:r>
              <a:rPr lang="en" sz="2000" b="1" dirty="0">
                <a:solidFill>
                  <a:schemeClr val="dk1"/>
                </a:solidFill>
                <a:latin typeface="Calibri"/>
                <a:ea typeface="Calibri"/>
                <a:cs typeface="Calibri"/>
                <a:sym typeface="Calibri"/>
              </a:rPr>
              <a:t>5. Software and programming:</a:t>
            </a:r>
            <a:endParaRPr sz="2000" b="1" dirty="0">
              <a:solidFill>
                <a:schemeClr val="dk1"/>
              </a:solidFill>
              <a:latin typeface="Calibri"/>
              <a:ea typeface="Calibri"/>
              <a:cs typeface="Calibri"/>
              <a:sym typeface="Calibri"/>
            </a:endParaRPr>
          </a:p>
          <a:p>
            <a:pPr marL="0" lvl="0" indent="0" algn="just" rtl="0">
              <a:spcBef>
                <a:spcPts val="480"/>
              </a:spcBef>
              <a:spcAft>
                <a:spcPts val="0"/>
              </a:spcAft>
              <a:buClr>
                <a:schemeClr val="dk1"/>
              </a:buClr>
              <a:buSzPts val="1100"/>
              <a:buNone/>
            </a:pPr>
            <a:r>
              <a:rPr lang="en" sz="2000" b="1" dirty="0">
                <a:solidFill>
                  <a:schemeClr val="dk1"/>
                </a:solidFill>
                <a:latin typeface="Calibri"/>
                <a:ea typeface="Calibri"/>
                <a:cs typeface="Calibri"/>
                <a:sym typeface="Calibri"/>
              </a:rPr>
              <a:t>    - Develop algorithms to integrate data from various sensors and detect seizure symptoms.</a:t>
            </a:r>
            <a:endParaRPr sz="2000" b="1" dirty="0">
              <a:solidFill>
                <a:schemeClr val="dk1"/>
              </a:solidFill>
              <a:latin typeface="Calibri"/>
              <a:ea typeface="Calibri"/>
              <a:cs typeface="Calibri"/>
              <a:sym typeface="Calibri"/>
            </a:endParaRPr>
          </a:p>
          <a:p>
            <a:pPr marL="0" lvl="0" indent="0" algn="just" rtl="0">
              <a:spcBef>
                <a:spcPts val="480"/>
              </a:spcBef>
              <a:spcAft>
                <a:spcPts val="0"/>
              </a:spcAft>
              <a:buClr>
                <a:schemeClr val="dk1"/>
              </a:buClr>
              <a:buSzPts val="1100"/>
              <a:buNone/>
            </a:pPr>
            <a:r>
              <a:rPr lang="en" sz="2000" b="1" dirty="0">
                <a:solidFill>
                  <a:schemeClr val="dk1"/>
                </a:solidFill>
                <a:latin typeface="Calibri"/>
                <a:ea typeface="Calibri"/>
                <a:cs typeface="Calibri"/>
                <a:sym typeface="Calibri"/>
              </a:rPr>
              <a:t>    - Program the system to trigger the Alarm when a seizure is detected.</a:t>
            </a:r>
            <a:endParaRPr sz="2000" b="1" dirty="0">
              <a:solidFill>
                <a:schemeClr val="dk1"/>
              </a:solidFill>
              <a:latin typeface="Calibri"/>
              <a:ea typeface="Calibri"/>
              <a:cs typeface="Calibri"/>
              <a:sym typeface="Calibri"/>
            </a:endParaRPr>
          </a:p>
          <a:p>
            <a:pPr marL="0" lvl="0" indent="0" algn="just" rtl="0">
              <a:spcBef>
                <a:spcPts val="480"/>
              </a:spcBef>
              <a:spcAft>
                <a:spcPts val="0"/>
              </a:spcAft>
              <a:buClr>
                <a:schemeClr val="dk1"/>
              </a:buClr>
              <a:buSzPts val="1100"/>
              <a:buNone/>
            </a:pPr>
            <a:endParaRPr sz="2000" b="1" dirty="0">
              <a:solidFill>
                <a:schemeClr val="dk1"/>
              </a:solidFill>
              <a:latin typeface="Calibri"/>
              <a:ea typeface="Calibri"/>
              <a:cs typeface="Calibri"/>
              <a:sym typeface="Calibri"/>
            </a:endParaRPr>
          </a:p>
        </p:txBody>
      </p:sp>
      <p:sp>
        <p:nvSpPr>
          <p:cNvPr id="152" name="Google Shape;152;p23"/>
          <p:cNvSpPr txBox="1">
            <a:spLocks noGrp="1"/>
          </p:cNvSpPr>
          <p:nvPr>
            <p:ph type="ctrTitle"/>
          </p:nvPr>
        </p:nvSpPr>
        <p:spPr>
          <a:xfrm>
            <a:off x="0" y="0"/>
            <a:ext cx="9144000" cy="685800"/>
          </a:xfrm>
          <a:prstGeom prst="rect">
            <a:avLst/>
          </a:prstGeom>
          <a:gradFill>
            <a:gsLst>
              <a:gs pos="0">
                <a:srgbClr val="8EB4E3"/>
              </a:gs>
              <a:gs pos="50000">
                <a:srgbClr val="C2D1ED"/>
              </a:gs>
              <a:gs pos="100000">
                <a:srgbClr val="E1E8F5"/>
              </a:gs>
            </a:gsLst>
            <a:lin ang="5400012" scaled="0"/>
          </a:grad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2400"/>
              <a:buFont typeface="Calibri"/>
              <a:buNone/>
            </a:pPr>
            <a:r>
              <a:rPr lang="en" sz="2400" b="0" i="0" u="none">
                <a:solidFill>
                  <a:schemeClr val="dk1"/>
                </a:solidFill>
                <a:latin typeface="Calibri"/>
                <a:ea typeface="Calibri"/>
                <a:cs typeface="Calibri"/>
                <a:sym typeface="Calibri"/>
              </a:rPr>
              <a:t>Hardware/Software Requirement</a:t>
            </a:r>
            <a:endParaRPr/>
          </a:p>
        </p:txBody>
      </p:sp>
      <p:sp>
        <p:nvSpPr>
          <p:cNvPr id="153" name="Google Shape;153;p23"/>
          <p:cNvSpPr txBox="1"/>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54" name="Google Shape;154;p23"/>
          <p:cNvSpPr txBox="1"/>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r>
              <a:rPr lang="en" sz="1200" b="0" i="0" u="none" dirty="0">
                <a:solidFill>
                  <a:srgbClr val="898989"/>
                </a:solidFill>
                <a:latin typeface="Calibri"/>
                <a:ea typeface="Calibri"/>
                <a:cs typeface="Calibri"/>
                <a:sym typeface="Calibri"/>
              </a:rPr>
              <a:t>12</a:t>
            </a:r>
            <a:endParaRPr dirty="0"/>
          </a:p>
        </p:txBody>
      </p:sp>
      <p:sp>
        <p:nvSpPr>
          <p:cNvPr id="155" name="Google Shape;155;p23"/>
          <p:cNvSpPr txBox="1"/>
          <p:nvPr/>
        </p:nvSpPr>
        <p:spPr>
          <a:xfrm>
            <a:off x="753975" y="4767275"/>
            <a:ext cx="7175100" cy="2739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1200"/>
              <a:buFont typeface="Calibri"/>
              <a:buNone/>
            </a:pPr>
            <a:r>
              <a:rPr lang="en" sz="1200" dirty="0">
                <a:solidFill>
                  <a:srgbClr val="898989"/>
                </a:solidFill>
                <a:latin typeface="Calibri"/>
                <a:ea typeface="Calibri"/>
                <a:cs typeface="Calibri"/>
                <a:sym typeface="Calibri"/>
              </a:rPr>
              <a:t>Epilepsy Prediction and Emergency Response System</a:t>
            </a:r>
            <a:r>
              <a:rPr lang="en" sz="1200" b="0" i="0" u="none" dirty="0">
                <a:solidFill>
                  <a:srgbClr val="898989"/>
                </a:solidFill>
                <a:latin typeface="Calibri"/>
                <a:ea typeface="Calibri"/>
                <a:cs typeface="Calibri"/>
                <a:sym typeface="Calibri"/>
              </a:rPr>
              <a:t>-(</a:t>
            </a:r>
            <a:r>
              <a:rPr lang="en" sz="1200" dirty="0">
                <a:solidFill>
                  <a:srgbClr val="898989"/>
                </a:solidFill>
                <a:latin typeface="Calibri"/>
                <a:ea typeface="Calibri"/>
                <a:cs typeface="Calibri"/>
                <a:sym typeface="Calibri"/>
              </a:rPr>
              <a:t>11</a:t>
            </a:r>
            <a:r>
              <a:rPr lang="en" sz="1200" b="0" i="0" u="none" dirty="0">
                <a:solidFill>
                  <a:srgbClr val="898989"/>
                </a:solidFill>
                <a:latin typeface="Calibri"/>
                <a:ea typeface="Calibri"/>
                <a:cs typeface="Calibri"/>
                <a:sym typeface="Calibri"/>
              </a:rPr>
              <a:t>)</a:t>
            </a: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3"/>
          <p:cNvSpPr txBox="1">
            <a:spLocks noGrp="1"/>
          </p:cNvSpPr>
          <p:nvPr>
            <p:ph type="subTitle" idx="1"/>
          </p:nvPr>
        </p:nvSpPr>
        <p:spPr>
          <a:xfrm>
            <a:off x="152400" y="800100"/>
            <a:ext cx="8788500" cy="3828900"/>
          </a:xfrm>
          <a:prstGeom prst="rect">
            <a:avLst/>
          </a:prstGeom>
          <a:noFill/>
          <a:ln>
            <a:noFill/>
          </a:ln>
        </p:spPr>
        <p:txBody>
          <a:bodyPr spcFirstLastPara="1" wrap="square" lIns="91425" tIns="45700" rIns="91425" bIns="45700" anchor="t" anchorCtr="0">
            <a:noAutofit/>
          </a:bodyPr>
          <a:lstStyle/>
          <a:p>
            <a:pPr lvl="0" indent="-457200" algn="just" rtl="0">
              <a:spcBef>
                <a:spcPts val="480"/>
              </a:spcBef>
              <a:spcAft>
                <a:spcPts val="0"/>
              </a:spcAft>
              <a:buClr>
                <a:schemeClr val="dk1"/>
              </a:buClr>
              <a:buSzPts val="1100"/>
              <a:buFont typeface="+mj-lt"/>
              <a:buAutoNum type="arabicParenR"/>
            </a:pPr>
            <a:r>
              <a:rPr lang="en-IN" sz="1800" b="1" dirty="0">
                <a:solidFill>
                  <a:schemeClr val="dk1"/>
                </a:solidFill>
                <a:latin typeface="Calibri"/>
                <a:ea typeface="Calibri"/>
                <a:cs typeface="Calibri"/>
                <a:sym typeface="Calibri"/>
              </a:rPr>
              <a:t>Data Acquisition</a:t>
            </a:r>
          </a:p>
          <a:p>
            <a:pPr marL="457200" lvl="1" indent="0" algn="just">
              <a:spcBef>
                <a:spcPts val="480"/>
              </a:spcBef>
              <a:buClr>
                <a:schemeClr val="dk1"/>
              </a:buClr>
              <a:buSzPts val="1100"/>
            </a:pPr>
            <a:r>
              <a:rPr lang="en-US" sz="1800" b="0" i="0" dirty="0">
                <a:solidFill>
                  <a:schemeClr val="tx1"/>
                </a:solidFill>
                <a:effectLst/>
                <a:latin typeface="-apple-system"/>
              </a:rPr>
              <a:t>Gathering historical data on past epilepsy patient. This data include information as EEG readings and outcomes (Epileptic or not Epileptic).</a:t>
            </a:r>
            <a:endParaRPr lang="en-IN" sz="1800" b="1" dirty="0">
              <a:solidFill>
                <a:schemeClr val="tx1"/>
              </a:solidFill>
              <a:latin typeface="Calibri"/>
              <a:ea typeface="Calibri"/>
              <a:cs typeface="Calibri"/>
              <a:sym typeface="Calibri"/>
            </a:endParaRPr>
          </a:p>
          <a:p>
            <a:pPr lvl="0" indent="-457200" algn="just" rtl="0">
              <a:spcBef>
                <a:spcPts val="480"/>
              </a:spcBef>
              <a:spcAft>
                <a:spcPts val="0"/>
              </a:spcAft>
              <a:buClr>
                <a:schemeClr val="dk1"/>
              </a:buClr>
              <a:buSzPts val="1100"/>
              <a:buFont typeface="+mj-lt"/>
              <a:buAutoNum type="arabicParenR"/>
            </a:pPr>
            <a:r>
              <a:rPr lang="en-IN" sz="1800" b="1" dirty="0">
                <a:solidFill>
                  <a:schemeClr val="dk1"/>
                </a:solidFill>
                <a:latin typeface="Calibri"/>
                <a:ea typeface="Calibri"/>
                <a:cs typeface="Calibri"/>
                <a:sym typeface="Calibri"/>
              </a:rPr>
              <a:t>Feature Scaling</a:t>
            </a:r>
          </a:p>
          <a:p>
            <a:pPr marL="457200" lvl="1" indent="0" algn="just">
              <a:spcBef>
                <a:spcPts val="480"/>
              </a:spcBef>
              <a:buClr>
                <a:schemeClr val="dk1"/>
              </a:buClr>
              <a:buSzPts val="1100"/>
            </a:pPr>
            <a:r>
              <a:rPr lang="en-US" sz="1800" b="0" i="0" dirty="0">
                <a:solidFill>
                  <a:schemeClr val="tx1"/>
                </a:solidFill>
                <a:effectLst/>
                <a:latin typeface="-apple-system"/>
              </a:rPr>
              <a:t>Standardize or normalize data to ensure all features are on a consistent scale Training the selected machine learning model(s) on the training data.</a:t>
            </a:r>
            <a:endParaRPr lang="en-IN" sz="1800" b="1" dirty="0">
              <a:solidFill>
                <a:schemeClr val="dk1"/>
              </a:solidFill>
              <a:latin typeface="Calibri"/>
              <a:ea typeface="Calibri"/>
              <a:cs typeface="Calibri"/>
              <a:sym typeface="Calibri"/>
            </a:endParaRPr>
          </a:p>
          <a:p>
            <a:pPr lvl="0" indent="-457200" algn="just" rtl="0">
              <a:spcBef>
                <a:spcPts val="480"/>
              </a:spcBef>
              <a:spcAft>
                <a:spcPts val="0"/>
              </a:spcAft>
              <a:buClr>
                <a:schemeClr val="dk1"/>
              </a:buClr>
              <a:buSzPts val="1100"/>
              <a:buFont typeface="+mj-lt"/>
              <a:buAutoNum type="arabicParenR"/>
            </a:pPr>
            <a:r>
              <a:rPr lang="en-IN" sz="1800" b="1" dirty="0">
                <a:solidFill>
                  <a:schemeClr val="dk1"/>
                </a:solidFill>
                <a:latin typeface="Calibri"/>
                <a:ea typeface="Calibri"/>
                <a:cs typeface="Calibri"/>
                <a:sym typeface="Calibri"/>
              </a:rPr>
              <a:t>Machine Learning Model Development</a:t>
            </a:r>
          </a:p>
          <a:p>
            <a:pPr marL="457200" lvl="1" indent="0" algn="just">
              <a:spcBef>
                <a:spcPts val="480"/>
              </a:spcBef>
              <a:buClr>
                <a:schemeClr val="dk1"/>
              </a:buClr>
              <a:buSzPts val="1100"/>
            </a:pPr>
            <a:r>
              <a:rPr lang="en-US" sz="1800" b="0" i="0" dirty="0">
                <a:solidFill>
                  <a:schemeClr val="tx1"/>
                </a:solidFill>
                <a:effectLst/>
                <a:latin typeface="-apple-system"/>
              </a:rPr>
              <a:t>We have used Linear Regression, Support Vector Regression, Decision Tree ,Random Forest Regressor, and Gradient Boosting Regressor , K-Neighbor, Logistic Regressor based on dataset characteristics and project requirements for Regression method.</a:t>
            </a:r>
            <a:endParaRPr lang="en-IN" sz="1800" b="1" dirty="0">
              <a:solidFill>
                <a:schemeClr val="dk1"/>
              </a:solidFill>
              <a:latin typeface="Calibri"/>
              <a:ea typeface="Calibri"/>
              <a:cs typeface="Calibri"/>
              <a:sym typeface="Calibri"/>
            </a:endParaRPr>
          </a:p>
          <a:p>
            <a:pPr lvl="0" indent="-457200" algn="just" rtl="0">
              <a:spcBef>
                <a:spcPts val="480"/>
              </a:spcBef>
              <a:spcAft>
                <a:spcPts val="0"/>
              </a:spcAft>
              <a:buClr>
                <a:schemeClr val="dk1"/>
              </a:buClr>
              <a:buSzPts val="1100"/>
              <a:buFont typeface="+mj-lt"/>
              <a:buAutoNum type="arabicParenR"/>
            </a:pPr>
            <a:endParaRPr sz="1800" b="1" dirty="0">
              <a:solidFill>
                <a:schemeClr val="dk1"/>
              </a:solidFill>
              <a:latin typeface="Calibri"/>
              <a:ea typeface="Calibri"/>
              <a:cs typeface="Calibri"/>
              <a:sym typeface="Calibri"/>
            </a:endParaRPr>
          </a:p>
        </p:txBody>
      </p:sp>
      <p:sp>
        <p:nvSpPr>
          <p:cNvPr id="152" name="Google Shape;152;p23"/>
          <p:cNvSpPr txBox="1">
            <a:spLocks noGrp="1"/>
          </p:cNvSpPr>
          <p:nvPr>
            <p:ph type="ctrTitle"/>
          </p:nvPr>
        </p:nvSpPr>
        <p:spPr>
          <a:xfrm>
            <a:off x="0" y="0"/>
            <a:ext cx="9144000" cy="685800"/>
          </a:xfrm>
          <a:prstGeom prst="rect">
            <a:avLst/>
          </a:prstGeom>
          <a:gradFill>
            <a:gsLst>
              <a:gs pos="0">
                <a:srgbClr val="8EB4E3"/>
              </a:gs>
              <a:gs pos="50000">
                <a:srgbClr val="C2D1ED"/>
              </a:gs>
              <a:gs pos="100000">
                <a:srgbClr val="E1E8F5"/>
              </a:gs>
            </a:gsLst>
            <a:lin ang="5400012" scaled="0"/>
          </a:grad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2400"/>
              <a:buFont typeface="Calibri"/>
              <a:buNone/>
            </a:pPr>
            <a:r>
              <a:rPr lang="en" sz="2400" b="0" i="0" u="none" dirty="0">
                <a:solidFill>
                  <a:schemeClr val="dk1"/>
                </a:solidFill>
                <a:latin typeface="Calibri"/>
                <a:ea typeface="Calibri"/>
                <a:cs typeface="Calibri"/>
                <a:sym typeface="Calibri"/>
              </a:rPr>
              <a:t>Proposed methodology</a:t>
            </a:r>
            <a:endParaRPr dirty="0"/>
          </a:p>
        </p:txBody>
      </p:sp>
      <p:sp>
        <p:nvSpPr>
          <p:cNvPr id="153" name="Google Shape;153;p23"/>
          <p:cNvSpPr txBox="1"/>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54" name="Google Shape;154;p23"/>
          <p:cNvSpPr txBox="1"/>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r>
              <a:rPr lang="en" sz="1200" b="0" i="0" u="none" dirty="0">
                <a:solidFill>
                  <a:srgbClr val="898989"/>
                </a:solidFill>
                <a:latin typeface="Calibri"/>
                <a:ea typeface="Calibri"/>
                <a:cs typeface="Calibri"/>
                <a:sym typeface="Calibri"/>
              </a:rPr>
              <a:t>13</a:t>
            </a:r>
            <a:endParaRPr dirty="0"/>
          </a:p>
        </p:txBody>
      </p:sp>
      <p:sp>
        <p:nvSpPr>
          <p:cNvPr id="155" name="Google Shape;155;p23"/>
          <p:cNvSpPr txBox="1"/>
          <p:nvPr/>
        </p:nvSpPr>
        <p:spPr>
          <a:xfrm>
            <a:off x="753975" y="4767275"/>
            <a:ext cx="7175100" cy="2739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1200"/>
              <a:buFont typeface="Calibri"/>
              <a:buNone/>
            </a:pPr>
            <a:r>
              <a:rPr lang="en" sz="1200" dirty="0">
                <a:solidFill>
                  <a:srgbClr val="898989"/>
                </a:solidFill>
                <a:latin typeface="Calibri"/>
                <a:ea typeface="Calibri"/>
                <a:cs typeface="Calibri"/>
                <a:sym typeface="Calibri"/>
              </a:rPr>
              <a:t>Epilepsy Prediction and Emergency Response System</a:t>
            </a:r>
            <a:r>
              <a:rPr lang="en" sz="1200" b="0" i="0" u="none" dirty="0">
                <a:solidFill>
                  <a:srgbClr val="898989"/>
                </a:solidFill>
                <a:latin typeface="Calibri"/>
                <a:ea typeface="Calibri"/>
                <a:cs typeface="Calibri"/>
                <a:sym typeface="Calibri"/>
              </a:rPr>
              <a:t>-(</a:t>
            </a:r>
            <a:r>
              <a:rPr lang="en" sz="1200" dirty="0">
                <a:solidFill>
                  <a:srgbClr val="898989"/>
                </a:solidFill>
                <a:latin typeface="Calibri"/>
                <a:ea typeface="Calibri"/>
                <a:cs typeface="Calibri"/>
                <a:sym typeface="Calibri"/>
              </a:rPr>
              <a:t>11</a:t>
            </a:r>
            <a:r>
              <a:rPr lang="en" sz="1200" b="0" i="0" u="none" dirty="0">
                <a:solidFill>
                  <a:srgbClr val="898989"/>
                </a:solidFill>
                <a:latin typeface="Calibri"/>
                <a:ea typeface="Calibri"/>
                <a:cs typeface="Calibri"/>
                <a:sym typeface="Calibri"/>
              </a:rPr>
              <a:t>)</a:t>
            </a:r>
            <a:endParaRPr dirty="0"/>
          </a:p>
        </p:txBody>
      </p:sp>
    </p:spTree>
    <p:extLst>
      <p:ext uri="{BB962C8B-B14F-4D97-AF65-F5344CB8AC3E}">
        <p14:creationId xmlns:p14="http://schemas.microsoft.com/office/powerpoint/2010/main" val="37421896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3"/>
          <p:cNvSpPr txBox="1">
            <a:spLocks noGrp="1"/>
          </p:cNvSpPr>
          <p:nvPr>
            <p:ph type="subTitle" idx="1"/>
          </p:nvPr>
        </p:nvSpPr>
        <p:spPr>
          <a:xfrm>
            <a:off x="152400" y="800100"/>
            <a:ext cx="8788500" cy="3828900"/>
          </a:xfrm>
          <a:prstGeom prst="rect">
            <a:avLst/>
          </a:prstGeom>
          <a:noFill/>
          <a:ln>
            <a:noFill/>
          </a:ln>
        </p:spPr>
        <p:txBody>
          <a:bodyPr spcFirstLastPara="1" wrap="square" lIns="91425" tIns="45700" rIns="91425" bIns="45700" anchor="t" anchorCtr="0">
            <a:noAutofit/>
          </a:bodyPr>
          <a:lstStyle/>
          <a:p>
            <a:pPr indent="-457200" algn="just">
              <a:spcBef>
                <a:spcPts val="480"/>
              </a:spcBef>
              <a:buClr>
                <a:schemeClr val="dk1"/>
              </a:buClr>
              <a:buSzPts val="1100"/>
              <a:buFont typeface="+mj-lt"/>
              <a:buAutoNum type="arabicParenR"/>
            </a:pPr>
            <a:r>
              <a:rPr lang="en-IN" sz="1800" b="1" dirty="0">
                <a:solidFill>
                  <a:schemeClr val="dk1"/>
                </a:solidFill>
                <a:latin typeface="Calibri"/>
                <a:ea typeface="Calibri"/>
                <a:cs typeface="Calibri"/>
                <a:sym typeface="Calibri"/>
              </a:rPr>
              <a:t>Model Evaluation and Refinement</a:t>
            </a:r>
          </a:p>
          <a:p>
            <a:pPr marL="457200" lvl="1" indent="0" algn="just">
              <a:spcBef>
                <a:spcPts val="480"/>
              </a:spcBef>
              <a:buClr>
                <a:schemeClr val="dk1"/>
              </a:buClr>
              <a:buSzPts val="1100"/>
            </a:pPr>
            <a:r>
              <a:rPr lang="en-US" sz="1800" i="0" u="none" dirty="0">
                <a:solidFill>
                  <a:schemeClr val="dk1"/>
                </a:solidFill>
                <a:latin typeface="Calibri"/>
                <a:ea typeface="Calibri"/>
                <a:cs typeface="Calibri"/>
                <a:sym typeface="Calibri"/>
              </a:rPr>
              <a:t>Regularly update the system with new data to improve its performance over time.</a:t>
            </a:r>
            <a:endParaRPr lang="en-IN" sz="1800" b="1" dirty="0">
              <a:solidFill>
                <a:schemeClr val="dk1"/>
              </a:solidFill>
              <a:latin typeface="Calibri"/>
              <a:ea typeface="Calibri"/>
              <a:cs typeface="Calibri"/>
              <a:sym typeface="Calibri"/>
            </a:endParaRPr>
          </a:p>
          <a:p>
            <a:pPr lvl="0" indent="-457200" algn="just" rtl="0">
              <a:spcBef>
                <a:spcPts val="480"/>
              </a:spcBef>
              <a:spcAft>
                <a:spcPts val="0"/>
              </a:spcAft>
              <a:buClr>
                <a:schemeClr val="dk1"/>
              </a:buClr>
              <a:buSzPts val="1100"/>
              <a:buFont typeface="+mj-lt"/>
              <a:buAutoNum type="arabicParenR"/>
            </a:pPr>
            <a:r>
              <a:rPr lang="en-IN" sz="1800" b="1" dirty="0">
                <a:solidFill>
                  <a:schemeClr val="dk1"/>
                </a:solidFill>
                <a:latin typeface="Calibri"/>
                <a:ea typeface="Calibri"/>
                <a:cs typeface="Calibri"/>
                <a:sym typeface="Calibri"/>
              </a:rPr>
              <a:t>Alarm System</a:t>
            </a:r>
          </a:p>
          <a:p>
            <a:pPr lvl="0" indent="-457200" algn="just" rtl="0">
              <a:spcBef>
                <a:spcPts val="480"/>
              </a:spcBef>
              <a:spcAft>
                <a:spcPts val="0"/>
              </a:spcAft>
              <a:buClr>
                <a:schemeClr val="dk1"/>
              </a:buClr>
              <a:buSzPts val="1100"/>
              <a:buFont typeface="+mj-lt"/>
              <a:buAutoNum type="arabicParenR"/>
            </a:pPr>
            <a:r>
              <a:rPr lang="en-US" sz="1800" b="1" dirty="0">
                <a:solidFill>
                  <a:schemeClr val="dk1"/>
                </a:solidFill>
                <a:latin typeface="Calibri"/>
                <a:ea typeface="Calibri"/>
                <a:cs typeface="Calibri"/>
                <a:sym typeface="Calibri"/>
              </a:rPr>
              <a:t>Integration with Emergency Response Systems</a:t>
            </a:r>
            <a:endParaRPr sz="1800" b="1" dirty="0">
              <a:solidFill>
                <a:schemeClr val="dk1"/>
              </a:solidFill>
              <a:latin typeface="Calibri"/>
              <a:ea typeface="Calibri"/>
              <a:cs typeface="Calibri"/>
              <a:sym typeface="Calibri"/>
            </a:endParaRPr>
          </a:p>
        </p:txBody>
      </p:sp>
      <p:sp>
        <p:nvSpPr>
          <p:cNvPr id="152" name="Google Shape;152;p23"/>
          <p:cNvSpPr txBox="1">
            <a:spLocks noGrp="1"/>
          </p:cNvSpPr>
          <p:nvPr>
            <p:ph type="ctrTitle"/>
          </p:nvPr>
        </p:nvSpPr>
        <p:spPr>
          <a:xfrm>
            <a:off x="0" y="0"/>
            <a:ext cx="9144000" cy="685800"/>
          </a:xfrm>
          <a:prstGeom prst="rect">
            <a:avLst/>
          </a:prstGeom>
          <a:gradFill>
            <a:gsLst>
              <a:gs pos="0">
                <a:srgbClr val="8EB4E3"/>
              </a:gs>
              <a:gs pos="50000">
                <a:srgbClr val="C2D1ED"/>
              </a:gs>
              <a:gs pos="100000">
                <a:srgbClr val="E1E8F5"/>
              </a:gs>
            </a:gsLst>
            <a:lin ang="5400012" scaled="0"/>
          </a:grad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2400"/>
              <a:buFont typeface="Calibri"/>
              <a:buNone/>
            </a:pPr>
            <a:r>
              <a:rPr lang="en" sz="2400" b="0" i="0" u="none" dirty="0">
                <a:solidFill>
                  <a:schemeClr val="dk1"/>
                </a:solidFill>
                <a:latin typeface="Calibri"/>
                <a:ea typeface="Calibri"/>
                <a:cs typeface="Calibri"/>
                <a:sym typeface="Calibri"/>
              </a:rPr>
              <a:t>Proposed methodology</a:t>
            </a:r>
            <a:endParaRPr dirty="0"/>
          </a:p>
        </p:txBody>
      </p:sp>
      <p:sp>
        <p:nvSpPr>
          <p:cNvPr id="153" name="Google Shape;153;p23"/>
          <p:cNvSpPr txBox="1"/>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54" name="Google Shape;154;p23"/>
          <p:cNvSpPr txBox="1"/>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r>
              <a:rPr lang="en" sz="1200" b="0" i="0" u="none" dirty="0">
                <a:solidFill>
                  <a:srgbClr val="898989"/>
                </a:solidFill>
                <a:latin typeface="Calibri"/>
                <a:ea typeface="Calibri"/>
                <a:cs typeface="Calibri"/>
                <a:sym typeface="Calibri"/>
              </a:rPr>
              <a:t>13</a:t>
            </a:r>
            <a:endParaRPr dirty="0"/>
          </a:p>
        </p:txBody>
      </p:sp>
      <p:sp>
        <p:nvSpPr>
          <p:cNvPr id="155" name="Google Shape;155;p23"/>
          <p:cNvSpPr txBox="1"/>
          <p:nvPr/>
        </p:nvSpPr>
        <p:spPr>
          <a:xfrm>
            <a:off x="753975" y="4767275"/>
            <a:ext cx="7175100" cy="2739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1200"/>
              <a:buFont typeface="Calibri"/>
              <a:buNone/>
            </a:pPr>
            <a:r>
              <a:rPr lang="en" sz="1200" dirty="0">
                <a:solidFill>
                  <a:srgbClr val="898989"/>
                </a:solidFill>
                <a:latin typeface="Calibri"/>
                <a:ea typeface="Calibri"/>
                <a:cs typeface="Calibri"/>
                <a:sym typeface="Calibri"/>
              </a:rPr>
              <a:t>Epilepsy Prediction and Emergency Response System</a:t>
            </a:r>
            <a:r>
              <a:rPr lang="en" sz="1200" b="0" i="0" u="none" dirty="0">
                <a:solidFill>
                  <a:srgbClr val="898989"/>
                </a:solidFill>
                <a:latin typeface="Calibri"/>
                <a:ea typeface="Calibri"/>
                <a:cs typeface="Calibri"/>
                <a:sym typeface="Calibri"/>
              </a:rPr>
              <a:t>-(</a:t>
            </a:r>
            <a:r>
              <a:rPr lang="en" sz="1200" dirty="0">
                <a:solidFill>
                  <a:srgbClr val="898989"/>
                </a:solidFill>
                <a:latin typeface="Calibri"/>
                <a:ea typeface="Calibri"/>
                <a:cs typeface="Calibri"/>
                <a:sym typeface="Calibri"/>
              </a:rPr>
              <a:t>11</a:t>
            </a:r>
            <a:r>
              <a:rPr lang="en" sz="1200" b="0" i="0" u="none" dirty="0">
                <a:solidFill>
                  <a:srgbClr val="898989"/>
                </a:solidFill>
                <a:latin typeface="Calibri"/>
                <a:ea typeface="Calibri"/>
                <a:cs typeface="Calibri"/>
                <a:sym typeface="Calibri"/>
              </a:rPr>
              <a:t>)</a:t>
            </a:r>
            <a:endParaRPr dirty="0"/>
          </a:p>
        </p:txBody>
      </p:sp>
    </p:spTree>
    <p:extLst>
      <p:ext uri="{BB962C8B-B14F-4D97-AF65-F5344CB8AC3E}">
        <p14:creationId xmlns:p14="http://schemas.microsoft.com/office/powerpoint/2010/main" val="23545941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3"/>
          <p:cNvSpPr txBox="1">
            <a:spLocks noGrp="1"/>
          </p:cNvSpPr>
          <p:nvPr>
            <p:ph type="subTitle" idx="1"/>
          </p:nvPr>
        </p:nvSpPr>
        <p:spPr>
          <a:xfrm>
            <a:off x="152400" y="800100"/>
            <a:ext cx="8788500" cy="3828900"/>
          </a:xfrm>
          <a:prstGeom prst="rect">
            <a:avLst/>
          </a:prstGeom>
          <a:noFill/>
          <a:ln>
            <a:noFill/>
          </a:ln>
        </p:spPr>
        <p:txBody>
          <a:bodyPr spcFirstLastPara="1" wrap="square" lIns="91425" tIns="45700" rIns="91425" bIns="45700" anchor="t" anchorCtr="0">
            <a:noAutofit/>
          </a:bodyPr>
          <a:lstStyle/>
          <a:p>
            <a:pPr marL="0" lvl="0" indent="0" algn="just" rtl="0">
              <a:spcBef>
                <a:spcPts val="480"/>
              </a:spcBef>
              <a:spcAft>
                <a:spcPts val="0"/>
              </a:spcAft>
              <a:buClr>
                <a:schemeClr val="dk1"/>
              </a:buClr>
              <a:buSzPts val="1100"/>
              <a:buNone/>
            </a:pPr>
            <a:endParaRPr lang="en-US" sz="2000" b="1" dirty="0">
              <a:solidFill>
                <a:schemeClr val="dk1"/>
              </a:solidFill>
              <a:latin typeface="Calibri"/>
              <a:ea typeface="Calibri"/>
              <a:cs typeface="Calibri"/>
              <a:sym typeface="Calibri"/>
            </a:endParaRPr>
          </a:p>
          <a:p>
            <a:pPr marL="342900" lvl="0" algn="just" rtl="0">
              <a:spcBef>
                <a:spcPts val="480"/>
              </a:spcBef>
              <a:spcAft>
                <a:spcPts val="0"/>
              </a:spcAft>
              <a:buClr>
                <a:schemeClr val="dk1"/>
              </a:buClr>
              <a:buSzPts val="1100"/>
              <a:buFont typeface="Arial" panose="020B0604020202020204" pitchFamily="34" charset="0"/>
              <a:buChar char="•"/>
            </a:pPr>
            <a:r>
              <a:rPr lang="en-US" sz="2000" b="1" dirty="0">
                <a:solidFill>
                  <a:schemeClr val="dk1"/>
                </a:solidFill>
                <a:latin typeface="Calibri"/>
                <a:ea typeface="Calibri"/>
                <a:cs typeface="Calibri"/>
                <a:sym typeface="Calibri"/>
              </a:rPr>
              <a:t>To develop a machine learning-based system capable of accurately predicting impending epileptic seizures from real-time EEG data.</a:t>
            </a:r>
          </a:p>
          <a:p>
            <a:pPr marL="342900" lvl="0" algn="just" rtl="0">
              <a:spcBef>
                <a:spcPts val="480"/>
              </a:spcBef>
              <a:spcAft>
                <a:spcPts val="0"/>
              </a:spcAft>
              <a:buClr>
                <a:schemeClr val="dk1"/>
              </a:buClr>
              <a:buSzPts val="1100"/>
              <a:buFont typeface="Arial" panose="020B0604020202020204" pitchFamily="34" charset="0"/>
              <a:buChar char="•"/>
            </a:pPr>
            <a:endParaRPr lang="en-US" sz="2000" b="1" dirty="0">
              <a:solidFill>
                <a:schemeClr val="dk1"/>
              </a:solidFill>
              <a:latin typeface="Calibri"/>
              <a:ea typeface="Calibri"/>
              <a:cs typeface="Calibri"/>
              <a:sym typeface="Calibri"/>
            </a:endParaRPr>
          </a:p>
          <a:p>
            <a:pPr marL="342900" lvl="0" algn="just" rtl="0">
              <a:spcBef>
                <a:spcPts val="480"/>
              </a:spcBef>
              <a:spcAft>
                <a:spcPts val="0"/>
              </a:spcAft>
              <a:buClr>
                <a:schemeClr val="dk1"/>
              </a:buClr>
              <a:buSzPts val="1100"/>
              <a:buFont typeface="Arial" panose="020B0604020202020204" pitchFamily="34" charset="0"/>
              <a:buChar char="•"/>
            </a:pPr>
            <a:r>
              <a:rPr lang="en-US" sz="2000" b="1" dirty="0">
                <a:solidFill>
                  <a:schemeClr val="dk1"/>
                </a:solidFill>
                <a:latin typeface="Calibri"/>
                <a:ea typeface="Calibri"/>
                <a:cs typeface="Calibri"/>
                <a:sym typeface="Calibri"/>
              </a:rPr>
              <a:t>To evaluate the effectiveness of the system in triggering timely alarms to alert caregivers or emergency services.</a:t>
            </a:r>
          </a:p>
          <a:p>
            <a:pPr marL="342900" lvl="0" algn="just" rtl="0">
              <a:spcBef>
                <a:spcPts val="480"/>
              </a:spcBef>
              <a:spcAft>
                <a:spcPts val="0"/>
              </a:spcAft>
              <a:buClr>
                <a:schemeClr val="dk1"/>
              </a:buClr>
              <a:buSzPts val="1100"/>
              <a:buFont typeface="Arial" panose="020B0604020202020204" pitchFamily="34" charset="0"/>
              <a:buChar char="•"/>
            </a:pPr>
            <a:endParaRPr lang="en-US" sz="2000" b="1" dirty="0">
              <a:solidFill>
                <a:schemeClr val="dk1"/>
              </a:solidFill>
              <a:latin typeface="Calibri"/>
              <a:ea typeface="Calibri"/>
              <a:cs typeface="Calibri"/>
              <a:sym typeface="Calibri"/>
            </a:endParaRPr>
          </a:p>
          <a:p>
            <a:pPr marL="342900" lvl="0" algn="just" rtl="0">
              <a:spcBef>
                <a:spcPts val="480"/>
              </a:spcBef>
              <a:spcAft>
                <a:spcPts val="0"/>
              </a:spcAft>
              <a:buClr>
                <a:schemeClr val="dk1"/>
              </a:buClr>
              <a:buSzPts val="1100"/>
              <a:buFont typeface="Arial" panose="020B0604020202020204" pitchFamily="34" charset="0"/>
              <a:buChar char="•"/>
            </a:pPr>
            <a:r>
              <a:rPr lang="en-US" sz="2000" b="1" dirty="0">
                <a:solidFill>
                  <a:schemeClr val="dk1"/>
                </a:solidFill>
                <a:latin typeface="Calibri"/>
                <a:ea typeface="Calibri"/>
                <a:cs typeface="Calibri"/>
                <a:sym typeface="Calibri"/>
              </a:rPr>
              <a:t>To assess the system's impact on the quality of life for individuals with epilepsy.</a:t>
            </a:r>
          </a:p>
          <a:p>
            <a:pPr marL="0" lvl="0" indent="0" algn="just" rtl="0">
              <a:spcBef>
                <a:spcPts val="480"/>
              </a:spcBef>
              <a:spcAft>
                <a:spcPts val="0"/>
              </a:spcAft>
              <a:buClr>
                <a:schemeClr val="dk1"/>
              </a:buClr>
              <a:buSzPts val="1100"/>
              <a:buNone/>
            </a:pPr>
            <a:endParaRPr lang="en-US" sz="2000" b="1" dirty="0">
              <a:solidFill>
                <a:schemeClr val="dk1"/>
              </a:solidFill>
              <a:latin typeface="Calibri"/>
              <a:ea typeface="Calibri"/>
              <a:cs typeface="Calibri"/>
              <a:sym typeface="Calibri"/>
            </a:endParaRPr>
          </a:p>
        </p:txBody>
      </p:sp>
      <p:sp>
        <p:nvSpPr>
          <p:cNvPr id="152" name="Google Shape;152;p23"/>
          <p:cNvSpPr txBox="1">
            <a:spLocks noGrp="1"/>
          </p:cNvSpPr>
          <p:nvPr>
            <p:ph type="ctrTitle"/>
          </p:nvPr>
        </p:nvSpPr>
        <p:spPr>
          <a:xfrm>
            <a:off x="0" y="0"/>
            <a:ext cx="9144000" cy="685800"/>
          </a:xfrm>
          <a:prstGeom prst="rect">
            <a:avLst/>
          </a:prstGeom>
          <a:gradFill>
            <a:gsLst>
              <a:gs pos="0">
                <a:srgbClr val="8EB4E3"/>
              </a:gs>
              <a:gs pos="50000">
                <a:srgbClr val="C2D1ED"/>
              </a:gs>
              <a:gs pos="100000">
                <a:srgbClr val="E1E8F5"/>
              </a:gs>
            </a:gsLst>
            <a:lin ang="5400012" scaled="0"/>
          </a:grad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2400"/>
              <a:buFont typeface="Calibri"/>
              <a:buNone/>
            </a:pPr>
            <a:r>
              <a:rPr lang="en" sz="2400" b="0" i="0" u="none" dirty="0">
                <a:solidFill>
                  <a:schemeClr val="dk1"/>
                </a:solidFill>
                <a:latin typeface="Calibri"/>
                <a:ea typeface="Calibri"/>
                <a:cs typeface="Calibri"/>
                <a:sym typeface="Calibri"/>
              </a:rPr>
              <a:t>Experimental Research</a:t>
            </a:r>
            <a:endParaRPr dirty="0"/>
          </a:p>
        </p:txBody>
      </p:sp>
      <p:sp>
        <p:nvSpPr>
          <p:cNvPr id="153" name="Google Shape;153;p23"/>
          <p:cNvSpPr txBox="1"/>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54" name="Google Shape;154;p23"/>
          <p:cNvSpPr txBox="1"/>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r>
              <a:rPr lang="en" sz="1200" b="0" i="0" u="none" dirty="0">
                <a:solidFill>
                  <a:srgbClr val="898989"/>
                </a:solidFill>
                <a:latin typeface="Calibri"/>
                <a:ea typeface="Calibri"/>
                <a:cs typeface="Calibri"/>
                <a:sym typeface="Calibri"/>
              </a:rPr>
              <a:t>14</a:t>
            </a:r>
            <a:endParaRPr dirty="0"/>
          </a:p>
        </p:txBody>
      </p:sp>
      <p:sp>
        <p:nvSpPr>
          <p:cNvPr id="155" name="Google Shape;155;p23"/>
          <p:cNvSpPr txBox="1"/>
          <p:nvPr/>
        </p:nvSpPr>
        <p:spPr>
          <a:xfrm>
            <a:off x="753975" y="4767275"/>
            <a:ext cx="7175100" cy="2739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1200"/>
              <a:buFont typeface="Calibri"/>
              <a:buNone/>
            </a:pPr>
            <a:r>
              <a:rPr lang="en" sz="1200" dirty="0">
                <a:solidFill>
                  <a:srgbClr val="898989"/>
                </a:solidFill>
                <a:latin typeface="Calibri"/>
                <a:ea typeface="Calibri"/>
                <a:cs typeface="Calibri"/>
                <a:sym typeface="Calibri"/>
              </a:rPr>
              <a:t>Epilepsy Prediction and Emergency Response System</a:t>
            </a:r>
            <a:r>
              <a:rPr lang="en" sz="1200" b="0" i="0" u="none" dirty="0">
                <a:solidFill>
                  <a:srgbClr val="898989"/>
                </a:solidFill>
                <a:latin typeface="Calibri"/>
                <a:ea typeface="Calibri"/>
                <a:cs typeface="Calibri"/>
                <a:sym typeface="Calibri"/>
              </a:rPr>
              <a:t>-(</a:t>
            </a:r>
            <a:r>
              <a:rPr lang="en" sz="1200" dirty="0">
                <a:solidFill>
                  <a:srgbClr val="898989"/>
                </a:solidFill>
                <a:latin typeface="Calibri"/>
                <a:ea typeface="Calibri"/>
                <a:cs typeface="Calibri"/>
                <a:sym typeface="Calibri"/>
              </a:rPr>
              <a:t>11</a:t>
            </a:r>
            <a:r>
              <a:rPr lang="en" sz="1200" b="0" i="0" u="none" dirty="0">
                <a:solidFill>
                  <a:srgbClr val="898989"/>
                </a:solidFill>
                <a:latin typeface="Calibri"/>
                <a:ea typeface="Calibri"/>
                <a:cs typeface="Calibri"/>
                <a:sym typeface="Calibri"/>
              </a:rPr>
              <a:t>)</a:t>
            </a:r>
            <a:endParaRPr dirty="0"/>
          </a:p>
        </p:txBody>
      </p:sp>
    </p:spTree>
    <p:extLst>
      <p:ext uri="{BB962C8B-B14F-4D97-AF65-F5344CB8AC3E}">
        <p14:creationId xmlns:p14="http://schemas.microsoft.com/office/powerpoint/2010/main" val="32532459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2" name="Google Shape;152;p23"/>
          <p:cNvSpPr txBox="1">
            <a:spLocks noGrp="1"/>
          </p:cNvSpPr>
          <p:nvPr>
            <p:ph type="ctrTitle"/>
          </p:nvPr>
        </p:nvSpPr>
        <p:spPr>
          <a:xfrm>
            <a:off x="0" y="0"/>
            <a:ext cx="9144000" cy="685800"/>
          </a:xfrm>
          <a:prstGeom prst="rect">
            <a:avLst/>
          </a:prstGeom>
          <a:gradFill>
            <a:gsLst>
              <a:gs pos="0">
                <a:srgbClr val="8EB4E3"/>
              </a:gs>
              <a:gs pos="50000">
                <a:srgbClr val="C2D1ED"/>
              </a:gs>
              <a:gs pos="100000">
                <a:srgbClr val="E1E8F5"/>
              </a:gs>
            </a:gsLst>
            <a:lin ang="5400012" scaled="0"/>
          </a:grad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2400"/>
              <a:buFont typeface="Calibri"/>
              <a:buNone/>
            </a:pPr>
            <a:r>
              <a:rPr lang="en" sz="2400" b="0" i="0" u="none" dirty="0">
                <a:solidFill>
                  <a:schemeClr val="dk1"/>
                </a:solidFill>
                <a:latin typeface="Calibri"/>
                <a:ea typeface="Calibri"/>
                <a:cs typeface="Calibri"/>
                <a:sym typeface="Calibri"/>
              </a:rPr>
              <a:t>Experimental Research</a:t>
            </a:r>
            <a:endParaRPr dirty="0"/>
          </a:p>
        </p:txBody>
      </p:sp>
      <p:sp>
        <p:nvSpPr>
          <p:cNvPr id="153" name="Google Shape;153;p23"/>
          <p:cNvSpPr txBox="1"/>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54" name="Google Shape;154;p23"/>
          <p:cNvSpPr txBox="1"/>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r>
              <a:rPr lang="en" sz="1200" b="0" i="0" u="none" dirty="0">
                <a:solidFill>
                  <a:srgbClr val="898989"/>
                </a:solidFill>
                <a:latin typeface="Calibri"/>
                <a:ea typeface="Calibri"/>
                <a:cs typeface="Calibri"/>
                <a:sym typeface="Calibri"/>
              </a:rPr>
              <a:t>14</a:t>
            </a:r>
            <a:endParaRPr dirty="0"/>
          </a:p>
        </p:txBody>
      </p:sp>
      <p:sp>
        <p:nvSpPr>
          <p:cNvPr id="155" name="Google Shape;155;p23"/>
          <p:cNvSpPr txBox="1"/>
          <p:nvPr/>
        </p:nvSpPr>
        <p:spPr>
          <a:xfrm>
            <a:off x="753975" y="4767275"/>
            <a:ext cx="7175100" cy="2739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1200"/>
              <a:buFont typeface="Calibri"/>
              <a:buNone/>
            </a:pPr>
            <a:r>
              <a:rPr lang="en" sz="1200" dirty="0">
                <a:solidFill>
                  <a:srgbClr val="898989"/>
                </a:solidFill>
                <a:latin typeface="Calibri"/>
                <a:ea typeface="Calibri"/>
                <a:cs typeface="Calibri"/>
                <a:sym typeface="Calibri"/>
              </a:rPr>
              <a:t>Epilepsy Prediction and Emergency Response System</a:t>
            </a:r>
            <a:r>
              <a:rPr lang="en" sz="1200" b="0" i="0" u="none" dirty="0">
                <a:solidFill>
                  <a:srgbClr val="898989"/>
                </a:solidFill>
                <a:latin typeface="Calibri"/>
                <a:ea typeface="Calibri"/>
                <a:cs typeface="Calibri"/>
                <a:sym typeface="Calibri"/>
              </a:rPr>
              <a:t>-(</a:t>
            </a:r>
            <a:r>
              <a:rPr lang="en" sz="1200" dirty="0">
                <a:solidFill>
                  <a:srgbClr val="898989"/>
                </a:solidFill>
                <a:latin typeface="Calibri"/>
                <a:ea typeface="Calibri"/>
                <a:cs typeface="Calibri"/>
                <a:sym typeface="Calibri"/>
              </a:rPr>
              <a:t>11</a:t>
            </a:r>
            <a:r>
              <a:rPr lang="en" sz="1200" b="0" i="0" u="none" dirty="0">
                <a:solidFill>
                  <a:srgbClr val="898989"/>
                </a:solidFill>
                <a:latin typeface="Calibri"/>
                <a:ea typeface="Calibri"/>
                <a:cs typeface="Calibri"/>
                <a:sym typeface="Calibri"/>
              </a:rPr>
              <a:t>)</a:t>
            </a:r>
            <a:endParaRPr dirty="0"/>
          </a:p>
        </p:txBody>
      </p:sp>
      <p:pic>
        <p:nvPicPr>
          <p:cNvPr id="3" name="Picture 2">
            <a:extLst>
              <a:ext uri="{FF2B5EF4-FFF2-40B4-BE49-F238E27FC236}">
                <a16:creationId xmlns:a16="http://schemas.microsoft.com/office/drawing/2014/main" id="{7DAA27BC-F81A-AC13-656F-BE5996632AFF}"/>
              </a:ext>
            </a:extLst>
          </p:cNvPr>
          <p:cNvPicPr>
            <a:picLocks noChangeAspect="1"/>
          </p:cNvPicPr>
          <p:nvPr/>
        </p:nvPicPr>
        <p:blipFill>
          <a:blip r:embed="rId3"/>
          <a:stretch>
            <a:fillRect/>
          </a:stretch>
        </p:blipFill>
        <p:spPr>
          <a:xfrm>
            <a:off x="1804307" y="710850"/>
            <a:ext cx="5487646" cy="3689699"/>
          </a:xfrm>
          <a:prstGeom prst="rect">
            <a:avLst/>
          </a:prstGeom>
        </p:spPr>
      </p:pic>
    </p:spTree>
    <p:extLst>
      <p:ext uri="{BB962C8B-B14F-4D97-AF65-F5344CB8AC3E}">
        <p14:creationId xmlns:p14="http://schemas.microsoft.com/office/powerpoint/2010/main" val="36754362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2" name="Google Shape;152;p23"/>
          <p:cNvSpPr txBox="1">
            <a:spLocks noGrp="1"/>
          </p:cNvSpPr>
          <p:nvPr>
            <p:ph type="ctrTitle"/>
          </p:nvPr>
        </p:nvSpPr>
        <p:spPr>
          <a:xfrm>
            <a:off x="0" y="0"/>
            <a:ext cx="9144000" cy="685800"/>
          </a:xfrm>
          <a:prstGeom prst="rect">
            <a:avLst/>
          </a:prstGeom>
          <a:gradFill>
            <a:gsLst>
              <a:gs pos="0">
                <a:srgbClr val="8EB4E3"/>
              </a:gs>
              <a:gs pos="50000">
                <a:srgbClr val="C2D1ED"/>
              </a:gs>
              <a:gs pos="100000">
                <a:srgbClr val="E1E8F5"/>
              </a:gs>
            </a:gsLst>
            <a:lin ang="5400012" scaled="0"/>
          </a:grad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2400"/>
              <a:buFont typeface="Calibri"/>
              <a:buNone/>
            </a:pPr>
            <a:r>
              <a:rPr lang="en" sz="2400" b="0" i="0" u="none" dirty="0">
                <a:solidFill>
                  <a:schemeClr val="dk1"/>
                </a:solidFill>
                <a:latin typeface="Calibri"/>
                <a:ea typeface="Calibri"/>
                <a:cs typeface="Calibri"/>
                <a:sym typeface="Calibri"/>
              </a:rPr>
              <a:t>Experimental Research</a:t>
            </a:r>
            <a:endParaRPr dirty="0"/>
          </a:p>
        </p:txBody>
      </p:sp>
      <p:sp>
        <p:nvSpPr>
          <p:cNvPr id="153" name="Google Shape;153;p23"/>
          <p:cNvSpPr txBox="1"/>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54" name="Google Shape;154;p23"/>
          <p:cNvSpPr txBox="1"/>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r>
              <a:rPr lang="en" sz="1200" b="0" i="0" u="none" dirty="0">
                <a:solidFill>
                  <a:srgbClr val="898989"/>
                </a:solidFill>
                <a:latin typeface="Calibri"/>
                <a:ea typeface="Calibri"/>
                <a:cs typeface="Calibri"/>
                <a:sym typeface="Calibri"/>
              </a:rPr>
              <a:t>13</a:t>
            </a:r>
            <a:endParaRPr dirty="0"/>
          </a:p>
        </p:txBody>
      </p:sp>
      <p:sp>
        <p:nvSpPr>
          <p:cNvPr id="155" name="Google Shape;155;p23"/>
          <p:cNvSpPr txBox="1"/>
          <p:nvPr/>
        </p:nvSpPr>
        <p:spPr>
          <a:xfrm>
            <a:off x="753975" y="4767275"/>
            <a:ext cx="7175100" cy="2739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1200"/>
              <a:buFont typeface="Calibri"/>
              <a:buNone/>
            </a:pPr>
            <a:r>
              <a:rPr lang="en" sz="1200" dirty="0">
                <a:solidFill>
                  <a:srgbClr val="898989"/>
                </a:solidFill>
                <a:latin typeface="Calibri"/>
                <a:ea typeface="Calibri"/>
                <a:cs typeface="Calibri"/>
                <a:sym typeface="Calibri"/>
              </a:rPr>
              <a:t>Epilepsy Prediction and Emergency Response System</a:t>
            </a:r>
            <a:r>
              <a:rPr lang="en" sz="1200" b="0" i="0" u="none" dirty="0">
                <a:solidFill>
                  <a:srgbClr val="898989"/>
                </a:solidFill>
                <a:latin typeface="Calibri"/>
                <a:ea typeface="Calibri"/>
                <a:cs typeface="Calibri"/>
                <a:sym typeface="Calibri"/>
              </a:rPr>
              <a:t>-(</a:t>
            </a:r>
            <a:r>
              <a:rPr lang="en" sz="1200" dirty="0">
                <a:solidFill>
                  <a:srgbClr val="898989"/>
                </a:solidFill>
                <a:latin typeface="Calibri"/>
                <a:ea typeface="Calibri"/>
                <a:cs typeface="Calibri"/>
                <a:sym typeface="Calibri"/>
              </a:rPr>
              <a:t>11</a:t>
            </a:r>
            <a:r>
              <a:rPr lang="en" sz="1200" b="0" i="0" u="none" dirty="0">
                <a:solidFill>
                  <a:srgbClr val="898989"/>
                </a:solidFill>
                <a:latin typeface="Calibri"/>
                <a:ea typeface="Calibri"/>
                <a:cs typeface="Calibri"/>
                <a:sym typeface="Calibri"/>
              </a:rPr>
              <a:t>)</a:t>
            </a:r>
            <a:endParaRPr dirty="0"/>
          </a:p>
        </p:txBody>
      </p:sp>
      <p:pic>
        <p:nvPicPr>
          <p:cNvPr id="3" name="Picture 2">
            <a:extLst>
              <a:ext uri="{FF2B5EF4-FFF2-40B4-BE49-F238E27FC236}">
                <a16:creationId xmlns:a16="http://schemas.microsoft.com/office/drawing/2014/main" id="{461CA594-02C1-7309-E0F0-61D0E8BD98DD}"/>
              </a:ext>
            </a:extLst>
          </p:cNvPr>
          <p:cNvPicPr>
            <a:picLocks noChangeAspect="1"/>
          </p:cNvPicPr>
          <p:nvPr/>
        </p:nvPicPr>
        <p:blipFill>
          <a:blip r:embed="rId3"/>
          <a:stretch>
            <a:fillRect/>
          </a:stretch>
        </p:blipFill>
        <p:spPr>
          <a:xfrm>
            <a:off x="1566975" y="663888"/>
            <a:ext cx="5303925" cy="4125276"/>
          </a:xfrm>
          <a:prstGeom prst="rect">
            <a:avLst/>
          </a:prstGeom>
        </p:spPr>
      </p:pic>
    </p:spTree>
    <p:extLst>
      <p:ext uri="{BB962C8B-B14F-4D97-AF65-F5344CB8AC3E}">
        <p14:creationId xmlns:p14="http://schemas.microsoft.com/office/powerpoint/2010/main" val="27668884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2" name="Google Shape;152;p23"/>
          <p:cNvSpPr txBox="1">
            <a:spLocks noGrp="1"/>
          </p:cNvSpPr>
          <p:nvPr>
            <p:ph type="ctrTitle"/>
          </p:nvPr>
        </p:nvSpPr>
        <p:spPr>
          <a:xfrm>
            <a:off x="0" y="0"/>
            <a:ext cx="9144000" cy="685800"/>
          </a:xfrm>
          <a:prstGeom prst="rect">
            <a:avLst/>
          </a:prstGeom>
          <a:gradFill>
            <a:gsLst>
              <a:gs pos="0">
                <a:srgbClr val="8EB4E3"/>
              </a:gs>
              <a:gs pos="50000">
                <a:srgbClr val="C2D1ED"/>
              </a:gs>
              <a:gs pos="100000">
                <a:srgbClr val="E1E8F5"/>
              </a:gs>
            </a:gsLst>
            <a:lin ang="5400012" scaled="0"/>
          </a:grad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2400"/>
              <a:buFont typeface="Calibri"/>
              <a:buNone/>
            </a:pPr>
            <a:r>
              <a:rPr lang="en" sz="2400" b="0" i="0" u="none" dirty="0">
                <a:solidFill>
                  <a:schemeClr val="dk1"/>
                </a:solidFill>
                <a:latin typeface="Calibri"/>
                <a:ea typeface="Calibri"/>
                <a:cs typeface="Calibri"/>
                <a:sym typeface="Calibri"/>
              </a:rPr>
              <a:t>Experimental Research</a:t>
            </a:r>
            <a:endParaRPr dirty="0"/>
          </a:p>
        </p:txBody>
      </p:sp>
      <p:sp>
        <p:nvSpPr>
          <p:cNvPr id="153" name="Google Shape;153;p23"/>
          <p:cNvSpPr txBox="1"/>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54" name="Google Shape;154;p23"/>
          <p:cNvSpPr txBox="1"/>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r>
              <a:rPr lang="en" sz="1200" b="0" i="0" u="none" dirty="0">
                <a:solidFill>
                  <a:srgbClr val="898989"/>
                </a:solidFill>
                <a:latin typeface="Calibri"/>
                <a:ea typeface="Calibri"/>
                <a:cs typeface="Calibri"/>
                <a:sym typeface="Calibri"/>
              </a:rPr>
              <a:t>13</a:t>
            </a:r>
            <a:endParaRPr dirty="0"/>
          </a:p>
        </p:txBody>
      </p:sp>
      <p:sp>
        <p:nvSpPr>
          <p:cNvPr id="155" name="Google Shape;155;p23"/>
          <p:cNvSpPr txBox="1"/>
          <p:nvPr/>
        </p:nvSpPr>
        <p:spPr>
          <a:xfrm>
            <a:off x="753975" y="4767275"/>
            <a:ext cx="7175100" cy="2739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1200"/>
              <a:buFont typeface="Calibri"/>
              <a:buNone/>
            </a:pPr>
            <a:r>
              <a:rPr lang="en" sz="1200" dirty="0">
                <a:solidFill>
                  <a:srgbClr val="898989"/>
                </a:solidFill>
                <a:latin typeface="Calibri"/>
                <a:ea typeface="Calibri"/>
                <a:cs typeface="Calibri"/>
                <a:sym typeface="Calibri"/>
              </a:rPr>
              <a:t>Epilepsy Prediction and Emergency Response System</a:t>
            </a:r>
            <a:r>
              <a:rPr lang="en" sz="1200" b="0" i="0" u="none" dirty="0">
                <a:solidFill>
                  <a:srgbClr val="898989"/>
                </a:solidFill>
                <a:latin typeface="Calibri"/>
                <a:ea typeface="Calibri"/>
                <a:cs typeface="Calibri"/>
                <a:sym typeface="Calibri"/>
              </a:rPr>
              <a:t>-(</a:t>
            </a:r>
            <a:r>
              <a:rPr lang="en" sz="1200" dirty="0">
                <a:solidFill>
                  <a:srgbClr val="898989"/>
                </a:solidFill>
                <a:latin typeface="Calibri"/>
                <a:ea typeface="Calibri"/>
                <a:cs typeface="Calibri"/>
                <a:sym typeface="Calibri"/>
              </a:rPr>
              <a:t>11</a:t>
            </a:r>
            <a:r>
              <a:rPr lang="en" sz="1200" b="0" i="0" u="none" dirty="0">
                <a:solidFill>
                  <a:srgbClr val="898989"/>
                </a:solidFill>
                <a:latin typeface="Calibri"/>
                <a:ea typeface="Calibri"/>
                <a:cs typeface="Calibri"/>
                <a:sym typeface="Calibri"/>
              </a:rPr>
              <a:t>)</a:t>
            </a:r>
            <a:endParaRPr dirty="0"/>
          </a:p>
        </p:txBody>
      </p:sp>
      <p:pic>
        <p:nvPicPr>
          <p:cNvPr id="3" name="Picture 2">
            <a:extLst>
              <a:ext uri="{FF2B5EF4-FFF2-40B4-BE49-F238E27FC236}">
                <a16:creationId xmlns:a16="http://schemas.microsoft.com/office/drawing/2014/main" id="{88B2F496-E626-61A8-98C1-00EEF197FF79}"/>
              </a:ext>
            </a:extLst>
          </p:cNvPr>
          <p:cNvPicPr>
            <a:picLocks noChangeAspect="1"/>
          </p:cNvPicPr>
          <p:nvPr/>
        </p:nvPicPr>
        <p:blipFill>
          <a:blip r:embed="rId3"/>
          <a:stretch>
            <a:fillRect/>
          </a:stretch>
        </p:blipFill>
        <p:spPr>
          <a:xfrm>
            <a:off x="2057400" y="708821"/>
            <a:ext cx="5029200" cy="3725858"/>
          </a:xfrm>
          <a:prstGeom prst="rect">
            <a:avLst/>
          </a:prstGeom>
        </p:spPr>
      </p:pic>
    </p:spTree>
    <p:extLst>
      <p:ext uri="{BB962C8B-B14F-4D97-AF65-F5344CB8AC3E}">
        <p14:creationId xmlns:p14="http://schemas.microsoft.com/office/powerpoint/2010/main" val="11558758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2" name="Google Shape;152;p23"/>
          <p:cNvSpPr txBox="1">
            <a:spLocks noGrp="1"/>
          </p:cNvSpPr>
          <p:nvPr>
            <p:ph type="ctrTitle"/>
          </p:nvPr>
        </p:nvSpPr>
        <p:spPr>
          <a:xfrm>
            <a:off x="0" y="0"/>
            <a:ext cx="9144000" cy="685800"/>
          </a:xfrm>
          <a:prstGeom prst="rect">
            <a:avLst/>
          </a:prstGeom>
          <a:gradFill>
            <a:gsLst>
              <a:gs pos="0">
                <a:srgbClr val="8EB4E3"/>
              </a:gs>
              <a:gs pos="50000">
                <a:srgbClr val="C2D1ED"/>
              </a:gs>
              <a:gs pos="100000">
                <a:srgbClr val="E1E8F5"/>
              </a:gs>
            </a:gsLst>
            <a:lin ang="5400012" scaled="0"/>
          </a:grad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2400"/>
              <a:buFont typeface="Calibri"/>
              <a:buNone/>
            </a:pPr>
            <a:r>
              <a:rPr lang="en" sz="2400" b="0" i="0" u="none" dirty="0">
                <a:solidFill>
                  <a:schemeClr val="dk1"/>
                </a:solidFill>
                <a:latin typeface="Calibri"/>
                <a:ea typeface="Calibri"/>
                <a:cs typeface="Calibri"/>
                <a:sym typeface="Calibri"/>
              </a:rPr>
              <a:t>Experimental Research</a:t>
            </a:r>
            <a:endParaRPr dirty="0"/>
          </a:p>
        </p:txBody>
      </p:sp>
      <p:sp>
        <p:nvSpPr>
          <p:cNvPr id="153" name="Google Shape;153;p23"/>
          <p:cNvSpPr txBox="1"/>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54" name="Google Shape;154;p23"/>
          <p:cNvSpPr txBox="1"/>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r>
              <a:rPr lang="en" sz="1200" b="0" i="0" u="none" dirty="0">
                <a:solidFill>
                  <a:srgbClr val="898989"/>
                </a:solidFill>
                <a:latin typeface="Calibri"/>
                <a:ea typeface="Calibri"/>
                <a:cs typeface="Calibri"/>
                <a:sym typeface="Calibri"/>
              </a:rPr>
              <a:t>13</a:t>
            </a:r>
            <a:endParaRPr dirty="0"/>
          </a:p>
        </p:txBody>
      </p:sp>
      <p:sp>
        <p:nvSpPr>
          <p:cNvPr id="155" name="Google Shape;155;p23"/>
          <p:cNvSpPr txBox="1"/>
          <p:nvPr/>
        </p:nvSpPr>
        <p:spPr>
          <a:xfrm>
            <a:off x="753975" y="4767275"/>
            <a:ext cx="7175100" cy="2739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1200"/>
              <a:buFont typeface="Calibri"/>
              <a:buNone/>
            </a:pPr>
            <a:r>
              <a:rPr lang="en" sz="1200" dirty="0">
                <a:solidFill>
                  <a:srgbClr val="898989"/>
                </a:solidFill>
                <a:latin typeface="Calibri"/>
                <a:ea typeface="Calibri"/>
                <a:cs typeface="Calibri"/>
                <a:sym typeface="Calibri"/>
              </a:rPr>
              <a:t>Epilepsy Prediction and Emergency Response System</a:t>
            </a:r>
            <a:r>
              <a:rPr lang="en" sz="1200" b="0" i="0" u="none" dirty="0">
                <a:solidFill>
                  <a:srgbClr val="898989"/>
                </a:solidFill>
                <a:latin typeface="Calibri"/>
                <a:ea typeface="Calibri"/>
                <a:cs typeface="Calibri"/>
                <a:sym typeface="Calibri"/>
              </a:rPr>
              <a:t>-(</a:t>
            </a:r>
            <a:r>
              <a:rPr lang="en" sz="1200" dirty="0">
                <a:solidFill>
                  <a:srgbClr val="898989"/>
                </a:solidFill>
                <a:latin typeface="Calibri"/>
                <a:ea typeface="Calibri"/>
                <a:cs typeface="Calibri"/>
                <a:sym typeface="Calibri"/>
              </a:rPr>
              <a:t>11</a:t>
            </a:r>
            <a:r>
              <a:rPr lang="en" sz="1200" b="0" i="0" u="none" dirty="0">
                <a:solidFill>
                  <a:srgbClr val="898989"/>
                </a:solidFill>
                <a:latin typeface="Calibri"/>
                <a:ea typeface="Calibri"/>
                <a:cs typeface="Calibri"/>
                <a:sym typeface="Calibri"/>
              </a:rPr>
              <a:t>)</a:t>
            </a:r>
            <a:endParaRPr dirty="0"/>
          </a:p>
        </p:txBody>
      </p:sp>
      <p:pic>
        <p:nvPicPr>
          <p:cNvPr id="4" name="Picture 3">
            <a:extLst>
              <a:ext uri="{FF2B5EF4-FFF2-40B4-BE49-F238E27FC236}">
                <a16:creationId xmlns:a16="http://schemas.microsoft.com/office/drawing/2014/main" id="{24508CD5-76A8-0860-1A42-8F622E13F81B}"/>
              </a:ext>
            </a:extLst>
          </p:cNvPr>
          <p:cNvPicPr>
            <a:picLocks noChangeAspect="1"/>
          </p:cNvPicPr>
          <p:nvPr/>
        </p:nvPicPr>
        <p:blipFill>
          <a:blip r:embed="rId3"/>
          <a:stretch>
            <a:fillRect/>
          </a:stretch>
        </p:blipFill>
        <p:spPr>
          <a:xfrm>
            <a:off x="1745228" y="685800"/>
            <a:ext cx="5292386" cy="4035777"/>
          </a:xfrm>
          <a:prstGeom prst="rect">
            <a:avLst/>
          </a:prstGeom>
        </p:spPr>
      </p:pic>
    </p:spTree>
    <p:extLst>
      <p:ext uri="{BB962C8B-B14F-4D97-AF65-F5344CB8AC3E}">
        <p14:creationId xmlns:p14="http://schemas.microsoft.com/office/powerpoint/2010/main" val="37561604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24"/>
          <p:cNvSpPr txBox="1">
            <a:spLocks noGrp="1"/>
          </p:cNvSpPr>
          <p:nvPr>
            <p:ph type="subTitle" idx="1"/>
          </p:nvPr>
        </p:nvSpPr>
        <p:spPr>
          <a:xfrm>
            <a:off x="355600" y="914400"/>
            <a:ext cx="8788500" cy="3828900"/>
          </a:xfrm>
          <a:prstGeom prst="rect">
            <a:avLst/>
          </a:prstGeom>
          <a:no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rgbClr val="888888"/>
              </a:buClr>
              <a:buSzPts val="2800"/>
              <a:buNone/>
            </a:pPr>
            <a:endParaRPr sz="2800" b="1" i="0" u="none">
              <a:solidFill>
                <a:schemeClr val="dk1"/>
              </a:solidFill>
              <a:latin typeface="Calibri"/>
              <a:ea typeface="Calibri"/>
              <a:cs typeface="Calibri"/>
              <a:sym typeface="Calibri"/>
            </a:endParaRPr>
          </a:p>
          <a:p>
            <a:pPr marL="0" lvl="0" indent="0" algn="just" rtl="0">
              <a:lnSpc>
                <a:spcPct val="100000"/>
              </a:lnSpc>
              <a:spcBef>
                <a:spcPts val="560"/>
              </a:spcBef>
              <a:spcAft>
                <a:spcPts val="0"/>
              </a:spcAft>
              <a:buClr>
                <a:srgbClr val="888888"/>
              </a:buClr>
              <a:buSzPts val="2800"/>
              <a:buNone/>
            </a:pPr>
            <a:endParaRPr sz="2800" b="1" i="0" u="none">
              <a:solidFill>
                <a:schemeClr val="dk1"/>
              </a:solidFill>
              <a:latin typeface="Calibri"/>
              <a:ea typeface="Calibri"/>
              <a:cs typeface="Calibri"/>
              <a:sym typeface="Calibri"/>
            </a:endParaRPr>
          </a:p>
          <a:p>
            <a:pPr marL="0" lvl="0" indent="0" algn="ctr" rtl="0">
              <a:spcBef>
                <a:spcPts val="560"/>
              </a:spcBef>
              <a:spcAft>
                <a:spcPts val="0"/>
              </a:spcAft>
              <a:buClr>
                <a:srgbClr val="888888"/>
              </a:buClr>
              <a:buSzPts val="2800"/>
              <a:buNone/>
            </a:pPr>
            <a:endParaRPr sz="2800" b="1" i="0" u="none">
              <a:solidFill>
                <a:schemeClr val="dk1"/>
              </a:solidFill>
              <a:latin typeface="Calibri"/>
              <a:ea typeface="Calibri"/>
              <a:cs typeface="Calibri"/>
              <a:sym typeface="Calibri"/>
            </a:endParaRPr>
          </a:p>
        </p:txBody>
      </p:sp>
      <p:sp>
        <p:nvSpPr>
          <p:cNvPr id="162" name="Google Shape;162;p24"/>
          <p:cNvSpPr txBox="1">
            <a:spLocks noGrp="1"/>
          </p:cNvSpPr>
          <p:nvPr>
            <p:ph type="ctrTitle"/>
          </p:nvPr>
        </p:nvSpPr>
        <p:spPr>
          <a:xfrm>
            <a:off x="0" y="0"/>
            <a:ext cx="9144000" cy="685800"/>
          </a:xfrm>
          <a:prstGeom prst="rect">
            <a:avLst/>
          </a:prstGeom>
          <a:gradFill>
            <a:gsLst>
              <a:gs pos="0">
                <a:srgbClr val="8EB4E3"/>
              </a:gs>
              <a:gs pos="50000">
                <a:srgbClr val="C2D1ED"/>
              </a:gs>
              <a:gs pos="100000">
                <a:srgbClr val="E1E8F5"/>
              </a:gs>
            </a:gsLst>
            <a:lin ang="5400012" scaled="0"/>
          </a:grad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2400"/>
              <a:buFont typeface="Calibri"/>
              <a:buNone/>
            </a:pPr>
            <a:r>
              <a:rPr lang="en" sz="2400" b="0" i="0" u="none">
                <a:solidFill>
                  <a:schemeClr val="dk1"/>
                </a:solidFill>
                <a:latin typeface="Calibri"/>
                <a:ea typeface="Calibri"/>
                <a:cs typeface="Calibri"/>
                <a:sym typeface="Calibri"/>
              </a:rPr>
              <a:t>Plan of Action</a:t>
            </a:r>
            <a:endParaRPr/>
          </a:p>
        </p:txBody>
      </p:sp>
      <p:graphicFrame>
        <p:nvGraphicFramePr>
          <p:cNvPr id="163" name="Google Shape;163;p24"/>
          <p:cNvGraphicFramePr/>
          <p:nvPr>
            <p:extLst>
              <p:ext uri="{D42A27DB-BD31-4B8C-83A1-F6EECF244321}">
                <p14:modId xmlns:p14="http://schemas.microsoft.com/office/powerpoint/2010/main" val="4019287140"/>
              </p:ext>
            </p:extLst>
          </p:nvPr>
        </p:nvGraphicFramePr>
        <p:xfrm>
          <a:off x="0" y="571499"/>
          <a:ext cx="7664605" cy="3828898"/>
        </p:xfrm>
        <a:graphic>
          <a:graphicData uri="http://schemas.openxmlformats.org/drawingml/2006/table">
            <a:tbl>
              <a:tblPr>
                <a:noFill/>
                <a:tableStyleId>{A6904C36-17B8-4AEB-834A-8B75A71844E8}</a:tableStyleId>
              </a:tblPr>
              <a:tblGrid>
                <a:gridCol w="2975365">
                  <a:extLst>
                    <a:ext uri="{9D8B030D-6E8A-4147-A177-3AD203B41FA5}">
                      <a16:colId xmlns:a16="http://schemas.microsoft.com/office/drawing/2014/main" val="20000"/>
                    </a:ext>
                  </a:extLst>
                </a:gridCol>
                <a:gridCol w="976708">
                  <a:extLst>
                    <a:ext uri="{9D8B030D-6E8A-4147-A177-3AD203B41FA5}">
                      <a16:colId xmlns:a16="http://schemas.microsoft.com/office/drawing/2014/main" val="20001"/>
                    </a:ext>
                  </a:extLst>
                </a:gridCol>
                <a:gridCol w="911494">
                  <a:extLst>
                    <a:ext uri="{9D8B030D-6E8A-4147-A177-3AD203B41FA5}">
                      <a16:colId xmlns:a16="http://schemas.microsoft.com/office/drawing/2014/main" val="20002"/>
                    </a:ext>
                  </a:extLst>
                </a:gridCol>
                <a:gridCol w="911494">
                  <a:extLst>
                    <a:ext uri="{9D8B030D-6E8A-4147-A177-3AD203B41FA5}">
                      <a16:colId xmlns:a16="http://schemas.microsoft.com/office/drawing/2014/main" val="20003"/>
                    </a:ext>
                  </a:extLst>
                </a:gridCol>
                <a:gridCol w="912836">
                  <a:extLst>
                    <a:ext uri="{9D8B030D-6E8A-4147-A177-3AD203B41FA5}">
                      <a16:colId xmlns:a16="http://schemas.microsoft.com/office/drawing/2014/main" val="20004"/>
                    </a:ext>
                  </a:extLst>
                </a:gridCol>
                <a:gridCol w="976708">
                  <a:extLst>
                    <a:ext uri="{9D8B030D-6E8A-4147-A177-3AD203B41FA5}">
                      <a16:colId xmlns:a16="http://schemas.microsoft.com/office/drawing/2014/main" val="20005"/>
                    </a:ext>
                  </a:extLst>
                </a:gridCol>
              </a:tblGrid>
              <a:tr h="592644">
                <a:tc>
                  <a:txBody>
                    <a:bodyPr/>
                    <a:lstStyle/>
                    <a:p>
                      <a:pPr marL="0" marR="0" lvl="0" indent="0" algn="just" rtl="0">
                        <a:lnSpc>
                          <a:spcPct val="150000"/>
                        </a:lnSpc>
                        <a:spcBef>
                          <a:spcPts val="0"/>
                        </a:spcBef>
                        <a:spcAft>
                          <a:spcPts val="0"/>
                        </a:spcAft>
                        <a:buClr>
                          <a:srgbClr val="000000"/>
                        </a:buClr>
                        <a:buSzPts val="1400"/>
                        <a:buFont typeface="Calibri"/>
                        <a:buNone/>
                      </a:pPr>
                      <a:r>
                        <a:rPr lang="en" sz="1400" b="1" i="0" u="none" dirty="0">
                          <a:solidFill>
                            <a:srgbClr val="000000"/>
                          </a:solidFill>
                          <a:latin typeface="Calibri"/>
                          <a:ea typeface="Calibri"/>
                          <a:cs typeface="Calibri"/>
                          <a:sym typeface="Calibri"/>
                        </a:rPr>
                        <a:t>Activity (2024)</a:t>
                      </a:r>
                      <a:endParaRPr sz="1100" dirty="0"/>
                    </a:p>
                  </a:txBody>
                  <a:tcPr marL="68575" marR="68575"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DF4"/>
                    </a:solidFill>
                  </a:tcPr>
                </a:tc>
                <a:tc>
                  <a:txBody>
                    <a:bodyPr/>
                    <a:lstStyle/>
                    <a:p>
                      <a:pPr marL="0" marR="0" lvl="0" indent="0" algn="just" rtl="0">
                        <a:lnSpc>
                          <a:spcPct val="150000"/>
                        </a:lnSpc>
                        <a:spcBef>
                          <a:spcPts val="0"/>
                        </a:spcBef>
                        <a:spcAft>
                          <a:spcPts val="0"/>
                        </a:spcAft>
                        <a:buClr>
                          <a:srgbClr val="000000"/>
                        </a:buClr>
                        <a:buSzPts val="1200"/>
                        <a:buFont typeface="Calibri"/>
                        <a:buNone/>
                      </a:pPr>
                      <a:r>
                        <a:rPr lang="en" sz="1200" b="1" i="0" u="none">
                          <a:solidFill>
                            <a:srgbClr val="000000"/>
                          </a:solidFill>
                          <a:latin typeface="Calibri"/>
                          <a:ea typeface="Calibri"/>
                          <a:cs typeface="Calibri"/>
                          <a:sym typeface="Calibri"/>
                        </a:rPr>
                        <a:t>July-Aug</a:t>
                      </a:r>
                      <a:endParaRPr sz="1100"/>
                    </a:p>
                  </a:txBody>
                  <a:tcPr marL="68575" marR="68575" marT="0"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DF4"/>
                    </a:solidFill>
                  </a:tcPr>
                </a:tc>
                <a:tc>
                  <a:txBody>
                    <a:bodyPr/>
                    <a:lstStyle/>
                    <a:p>
                      <a:pPr marL="0" marR="0" lvl="0" indent="0" algn="just" rtl="0">
                        <a:lnSpc>
                          <a:spcPct val="150000"/>
                        </a:lnSpc>
                        <a:spcBef>
                          <a:spcPts val="0"/>
                        </a:spcBef>
                        <a:spcAft>
                          <a:spcPts val="0"/>
                        </a:spcAft>
                        <a:buClr>
                          <a:srgbClr val="000000"/>
                        </a:buClr>
                        <a:buSzPts val="1200"/>
                        <a:buFont typeface="Calibri"/>
                        <a:buNone/>
                      </a:pPr>
                      <a:r>
                        <a:rPr lang="en" sz="1200" b="1" i="0" u="none">
                          <a:solidFill>
                            <a:srgbClr val="000000"/>
                          </a:solidFill>
                          <a:latin typeface="Calibri"/>
                          <a:ea typeface="Calibri"/>
                          <a:cs typeface="Calibri"/>
                          <a:sym typeface="Calibri"/>
                        </a:rPr>
                        <a:t>Aug-Sept</a:t>
                      </a:r>
                      <a:endParaRPr sz="1100"/>
                    </a:p>
                  </a:txBody>
                  <a:tcPr marL="68575" marR="68575" marT="0"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DF4"/>
                    </a:solidFill>
                  </a:tcPr>
                </a:tc>
                <a:tc>
                  <a:txBody>
                    <a:bodyPr/>
                    <a:lstStyle/>
                    <a:p>
                      <a:pPr marL="0" marR="0" lvl="0" indent="0" algn="just" rtl="0">
                        <a:lnSpc>
                          <a:spcPct val="150000"/>
                        </a:lnSpc>
                        <a:spcBef>
                          <a:spcPts val="0"/>
                        </a:spcBef>
                        <a:spcAft>
                          <a:spcPts val="0"/>
                        </a:spcAft>
                        <a:buClr>
                          <a:srgbClr val="000000"/>
                        </a:buClr>
                        <a:buSzPts val="1200"/>
                        <a:buFont typeface="Calibri"/>
                        <a:buNone/>
                      </a:pPr>
                      <a:r>
                        <a:rPr lang="en" sz="1200" b="1" i="0" u="none">
                          <a:solidFill>
                            <a:srgbClr val="000000"/>
                          </a:solidFill>
                          <a:latin typeface="Calibri"/>
                          <a:ea typeface="Calibri"/>
                          <a:cs typeface="Calibri"/>
                          <a:sym typeface="Calibri"/>
                        </a:rPr>
                        <a:t>Sept-Oct</a:t>
                      </a:r>
                      <a:endParaRPr sz="1100"/>
                    </a:p>
                  </a:txBody>
                  <a:tcPr marL="68575" marR="68575" marT="0"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DF4"/>
                    </a:solidFill>
                  </a:tcPr>
                </a:tc>
                <a:tc>
                  <a:txBody>
                    <a:bodyPr/>
                    <a:lstStyle/>
                    <a:p>
                      <a:pPr marL="0" marR="0" lvl="0" indent="0" algn="just" rtl="0">
                        <a:lnSpc>
                          <a:spcPct val="150000"/>
                        </a:lnSpc>
                        <a:spcBef>
                          <a:spcPts val="0"/>
                        </a:spcBef>
                        <a:spcAft>
                          <a:spcPts val="0"/>
                        </a:spcAft>
                        <a:buClr>
                          <a:srgbClr val="000000"/>
                        </a:buClr>
                        <a:buSzPts val="1200"/>
                        <a:buFont typeface="Calibri"/>
                        <a:buNone/>
                      </a:pPr>
                      <a:r>
                        <a:rPr lang="en" sz="1200" b="1" i="0" u="none">
                          <a:solidFill>
                            <a:srgbClr val="000000"/>
                          </a:solidFill>
                          <a:latin typeface="Calibri"/>
                          <a:ea typeface="Calibri"/>
                          <a:cs typeface="Calibri"/>
                          <a:sym typeface="Calibri"/>
                        </a:rPr>
                        <a:t>Oct-Nov</a:t>
                      </a:r>
                      <a:endParaRPr sz="1100"/>
                    </a:p>
                  </a:txBody>
                  <a:tcPr marL="68575" marR="68575" marT="0"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DF4"/>
                    </a:solidFill>
                  </a:tcPr>
                </a:tc>
                <a:tc>
                  <a:txBody>
                    <a:bodyPr/>
                    <a:lstStyle/>
                    <a:p>
                      <a:pPr marL="0" marR="0" lvl="0" indent="0" algn="just" rtl="0">
                        <a:lnSpc>
                          <a:spcPct val="150000"/>
                        </a:lnSpc>
                        <a:spcBef>
                          <a:spcPts val="0"/>
                        </a:spcBef>
                        <a:spcAft>
                          <a:spcPts val="0"/>
                        </a:spcAft>
                        <a:buClr>
                          <a:srgbClr val="000000"/>
                        </a:buClr>
                        <a:buSzPts val="1200"/>
                        <a:buFont typeface="Calibri"/>
                        <a:buNone/>
                      </a:pPr>
                      <a:r>
                        <a:rPr lang="en" sz="1200" b="1" i="0" u="none">
                          <a:solidFill>
                            <a:srgbClr val="000000"/>
                          </a:solidFill>
                          <a:latin typeface="Calibri"/>
                          <a:ea typeface="Calibri"/>
                          <a:cs typeface="Calibri"/>
                          <a:sym typeface="Calibri"/>
                        </a:rPr>
                        <a:t>Nov-Dec</a:t>
                      </a:r>
                      <a:endParaRPr sz="1100"/>
                    </a:p>
                  </a:txBody>
                  <a:tcPr marL="68575" marR="68575" marT="0"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DF4"/>
                    </a:solidFill>
                  </a:tcPr>
                </a:tc>
                <a:extLst>
                  <a:ext uri="{0D108BD9-81ED-4DB2-BD59-A6C34878D82A}">
                    <a16:rowId xmlns:a16="http://schemas.microsoft.com/office/drawing/2014/main" val="10000"/>
                  </a:ext>
                </a:extLst>
              </a:tr>
              <a:tr h="439073">
                <a:tc>
                  <a:txBody>
                    <a:bodyPr/>
                    <a:lstStyle/>
                    <a:p>
                      <a:pPr marL="0" marR="0" lvl="0" indent="0" algn="just" rtl="0">
                        <a:lnSpc>
                          <a:spcPct val="150000"/>
                        </a:lnSpc>
                        <a:spcBef>
                          <a:spcPts val="0"/>
                        </a:spcBef>
                        <a:spcAft>
                          <a:spcPts val="0"/>
                        </a:spcAft>
                        <a:buClr>
                          <a:srgbClr val="000000"/>
                        </a:buClr>
                        <a:buSzPts val="1200"/>
                        <a:buFont typeface="Calibri"/>
                        <a:buNone/>
                      </a:pPr>
                      <a:r>
                        <a:rPr lang="en" sz="1200" b="0" i="0" u="none">
                          <a:solidFill>
                            <a:srgbClr val="000000"/>
                          </a:solidFill>
                          <a:latin typeface="Calibri"/>
                          <a:ea typeface="Calibri"/>
                          <a:cs typeface="Calibri"/>
                          <a:sym typeface="Calibri"/>
                        </a:rPr>
                        <a:t>Literature Survey</a:t>
                      </a:r>
                      <a:endParaRPr sz="1100"/>
                    </a:p>
                  </a:txBody>
                  <a:tcPr marL="68575" marR="68575"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DF4"/>
                    </a:solidFill>
                  </a:tcPr>
                </a:tc>
                <a:tc>
                  <a:txBody>
                    <a:bodyPr/>
                    <a:lstStyle/>
                    <a:p>
                      <a:pPr marL="0" marR="0" lvl="0" indent="0" algn="l" rtl="0">
                        <a:spcBef>
                          <a:spcPts val="0"/>
                        </a:spcBef>
                        <a:spcAft>
                          <a:spcPts val="0"/>
                        </a:spcAft>
                        <a:buNone/>
                      </a:pPr>
                      <a:endParaRPr sz="1400" dirty="0">
                        <a:solidFill>
                          <a:schemeClr val="dk1"/>
                        </a:solidFill>
                        <a:latin typeface="Calibri"/>
                        <a:ea typeface="Calibri"/>
                        <a:cs typeface="Calibri"/>
                        <a:sym typeface="Calibri"/>
                      </a:endParaRPr>
                    </a:p>
                  </a:txBody>
                  <a:tcPr marL="68575" marR="68575"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3D69B"/>
                    </a:solidFill>
                  </a:tcPr>
                </a:tc>
                <a:tc>
                  <a:txBody>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a:txBody>
                  <a:tcPr marL="68575" marR="68575"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DF4"/>
                    </a:solidFill>
                  </a:tcPr>
                </a:tc>
                <a:tc>
                  <a:txBody>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a:txBody>
                  <a:tcPr marL="68575" marR="68575"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DF4"/>
                    </a:solidFill>
                  </a:tcPr>
                </a:tc>
                <a:tc>
                  <a:txBody>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a:txBody>
                  <a:tcPr marL="68575" marR="68575"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DF4"/>
                    </a:solidFill>
                  </a:tcPr>
                </a:tc>
                <a:tc>
                  <a:txBody>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a:txBody>
                  <a:tcPr marL="68575" marR="68575"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DF4"/>
                    </a:solidFill>
                  </a:tcPr>
                </a:tc>
                <a:extLst>
                  <a:ext uri="{0D108BD9-81ED-4DB2-BD59-A6C34878D82A}">
                    <a16:rowId xmlns:a16="http://schemas.microsoft.com/office/drawing/2014/main" val="10001"/>
                  </a:ext>
                </a:extLst>
              </a:tr>
              <a:tr h="439073">
                <a:tc>
                  <a:txBody>
                    <a:bodyPr/>
                    <a:lstStyle/>
                    <a:p>
                      <a:pPr marL="0" marR="0" lvl="0" indent="0" algn="just" rtl="0">
                        <a:lnSpc>
                          <a:spcPct val="150000"/>
                        </a:lnSpc>
                        <a:spcBef>
                          <a:spcPts val="0"/>
                        </a:spcBef>
                        <a:spcAft>
                          <a:spcPts val="0"/>
                        </a:spcAft>
                        <a:buClr>
                          <a:srgbClr val="000000"/>
                        </a:buClr>
                        <a:buSzPts val="1200"/>
                        <a:buFont typeface="Calibri"/>
                        <a:buNone/>
                      </a:pPr>
                      <a:r>
                        <a:rPr lang="en" sz="1200" b="0" i="0" u="none" dirty="0">
                          <a:solidFill>
                            <a:srgbClr val="000000"/>
                          </a:solidFill>
                          <a:latin typeface="Calibri"/>
                          <a:ea typeface="Calibri"/>
                          <a:cs typeface="Calibri"/>
                          <a:sym typeface="Calibri"/>
                        </a:rPr>
                        <a:t>Analysis of literature data</a:t>
                      </a:r>
                      <a:endParaRPr sz="1100" dirty="0"/>
                    </a:p>
                  </a:txBody>
                  <a:tcPr marL="68575" marR="68575"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DF4"/>
                    </a:solidFill>
                  </a:tcPr>
                </a:tc>
                <a:tc>
                  <a:txBody>
                    <a:bodyPr/>
                    <a:lstStyle/>
                    <a:p>
                      <a:pPr marL="0" marR="0" lvl="0" indent="0" algn="l" rtl="0">
                        <a:spcBef>
                          <a:spcPts val="0"/>
                        </a:spcBef>
                        <a:spcAft>
                          <a:spcPts val="0"/>
                        </a:spcAft>
                        <a:buNone/>
                      </a:pPr>
                      <a:endParaRPr sz="1400" dirty="0">
                        <a:solidFill>
                          <a:schemeClr val="dk1"/>
                        </a:solidFill>
                        <a:latin typeface="Calibri"/>
                        <a:ea typeface="Calibri"/>
                        <a:cs typeface="Calibri"/>
                        <a:sym typeface="Calibri"/>
                      </a:endParaRPr>
                    </a:p>
                  </a:txBody>
                  <a:tcPr marL="68575" marR="68575"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3D69B"/>
                    </a:solidFill>
                  </a:tcPr>
                </a:tc>
                <a:tc>
                  <a:txBody>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a:txBody>
                  <a:tcPr marL="68575" marR="68575"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DF4"/>
                    </a:solidFill>
                  </a:tcPr>
                </a:tc>
                <a:tc>
                  <a:txBody>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a:txBody>
                  <a:tcPr marL="68575" marR="68575"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DF4"/>
                    </a:solidFill>
                  </a:tcPr>
                </a:tc>
                <a:tc>
                  <a:txBody>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a:txBody>
                  <a:tcPr marL="68575" marR="68575"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DF4"/>
                    </a:solidFill>
                  </a:tcPr>
                </a:tc>
                <a:tc>
                  <a:txBody>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a:txBody>
                  <a:tcPr marL="68575" marR="68575"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DF4"/>
                    </a:solidFill>
                  </a:tcPr>
                </a:tc>
                <a:extLst>
                  <a:ext uri="{0D108BD9-81ED-4DB2-BD59-A6C34878D82A}">
                    <a16:rowId xmlns:a16="http://schemas.microsoft.com/office/drawing/2014/main" val="10002"/>
                  </a:ext>
                </a:extLst>
              </a:tr>
              <a:tr h="440112">
                <a:tc>
                  <a:txBody>
                    <a:bodyPr/>
                    <a:lstStyle/>
                    <a:p>
                      <a:pPr marL="0" marR="0" lvl="0" indent="0" algn="l" rtl="0">
                        <a:spcBef>
                          <a:spcPts val="0"/>
                        </a:spcBef>
                        <a:spcAft>
                          <a:spcPts val="0"/>
                        </a:spcAft>
                        <a:buNone/>
                      </a:pPr>
                      <a:r>
                        <a:rPr lang="en" sz="1200" b="0" i="0" u="none" dirty="0">
                          <a:solidFill>
                            <a:srgbClr val="000000"/>
                          </a:solidFill>
                          <a:latin typeface="Calibri"/>
                          <a:ea typeface="Calibri"/>
                          <a:cs typeface="Calibri"/>
                          <a:sym typeface="Calibri"/>
                        </a:rPr>
                        <a:t>Study of data</a:t>
                      </a:r>
                      <a:endParaRPr sz="1200" dirty="0">
                        <a:solidFill>
                          <a:schemeClr val="dk1"/>
                        </a:solidFill>
                        <a:latin typeface="Calibri"/>
                        <a:ea typeface="Calibri"/>
                        <a:cs typeface="Calibri"/>
                        <a:sym typeface="Calibri"/>
                      </a:endParaRPr>
                    </a:p>
                  </a:txBody>
                  <a:tcPr marL="68575" marR="68575"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DF4"/>
                    </a:solidFill>
                  </a:tcPr>
                </a:tc>
                <a:tc>
                  <a:txBody>
                    <a:bodyPr/>
                    <a:lstStyle/>
                    <a:p>
                      <a:pPr marL="0" marR="0" lvl="0" indent="0" algn="l" rtl="0">
                        <a:spcBef>
                          <a:spcPts val="0"/>
                        </a:spcBef>
                        <a:spcAft>
                          <a:spcPts val="0"/>
                        </a:spcAft>
                        <a:buNone/>
                      </a:pPr>
                      <a:endParaRPr sz="1400" dirty="0">
                        <a:solidFill>
                          <a:schemeClr val="dk1"/>
                        </a:solidFill>
                        <a:latin typeface="Calibri"/>
                        <a:ea typeface="Calibri"/>
                        <a:cs typeface="Calibri"/>
                        <a:sym typeface="Calibri"/>
                      </a:endParaRPr>
                    </a:p>
                  </a:txBody>
                  <a:tcPr marL="68575" marR="68575"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3D69B"/>
                    </a:solidFill>
                  </a:tcPr>
                </a:tc>
                <a:tc>
                  <a:txBody>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a:txBody>
                  <a:tcPr marL="68575" marR="68575"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DF4"/>
                    </a:solidFill>
                  </a:tcPr>
                </a:tc>
                <a:tc>
                  <a:txBody>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a:txBody>
                  <a:tcPr marL="68575" marR="68575"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DF4"/>
                    </a:solidFill>
                  </a:tcPr>
                </a:tc>
                <a:tc>
                  <a:txBody>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a:txBody>
                  <a:tcPr marL="68575" marR="68575"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DF4"/>
                    </a:solidFill>
                  </a:tcPr>
                </a:tc>
                <a:tc>
                  <a:txBody>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a:txBody>
                  <a:tcPr marL="68575" marR="68575"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DF4"/>
                    </a:solidFill>
                  </a:tcPr>
                </a:tc>
                <a:extLst>
                  <a:ext uri="{0D108BD9-81ED-4DB2-BD59-A6C34878D82A}">
                    <a16:rowId xmlns:a16="http://schemas.microsoft.com/office/drawing/2014/main" val="10003"/>
                  </a:ext>
                </a:extLst>
              </a:tr>
              <a:tr h="439073">
                <a:tc>
                  <a:txBody>
                    <a:bodyPr/>
                    <a:lstStyle/>
                    <a:p>
                      <a:pPr marL="0" marR="0" lvl="0" indent="0" algn="l" rtl="0">
                        <a:spcBef>
                          <a:spcPts val="0"/>
                        </a:spcBef>
                        <a:spcAft>
                          <a:spcPts val="0"/>
                        </a:spcAft>
                        <a:buNone/>
                      </a:pPr>
                      <a:r>
                        <a:rPr lang="en-IN" sz="1200" dirty="0">
                          <a:solidFill>
                            <a:schemeClr val="dk1"/>
                          </a:solidFill>
                          <a:latin typeface="Calibri"/>
                          <a:ea typeface="Calibri"/>
                          <a:cs typeface="Calibri"/>
                          <a:sym typeface="Calibri"/>
                        </a:rPr>
                        <a:t>Creating Machine Learning Model</a:t>
                      </a:r>
                      <a:endParaRPr sz="1200" dirty="0">
                        <a:solidFill>
                          <a:schemeClr val="dk1"/>
                        </a:solidFill>
                        <a:latin typeface="Calibri"/>
                        <a:ea typeface="Calibri"/>
                        <a:cs typeface="Calibri"/>
                        <a:sym typeface="Calibri"/>
                      </a:endParaRPr>
                    </a:p>
                  </a:txBody>
                  <a:tcPr marL="68575" marR="68575"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DF4"/>
                    </a:solidFill>
                  </a:tcPr>
                </a:tc>
                <a:tc>
                  <a:txBody>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a:txBody>
                  <a:tcPr marL="68575" marR="68575"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9D9D9"/>
                    </a:solidFill>
                  </a:tcPr>
                </a:tc>
                <a:tc>
                  <a:txBody>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a:txBody>
                  <a:tcPr marL="68575" marR="68575"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3D69B"/>
                    </a:solidFill>
                  </a:tcPr>
                </a:tc>
                <a:tc>
                  <a:txBody>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a:txBody>
                  <a:tcPr marL="68575" marR="68575"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DF4"/>
                    </a:solidFill>
                  </a:tcPr>
                </a:tc>
                <a:tc>
                  <a:txBody>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a:txBody>
                  <a:tcPr marL="68575" marR="68575"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DF4"/>
                    </a:solidFill>
                  </a:tcPr>
                </a:tc>
                <a:tc>
                  <a:txBody>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a:txBody>
                  <a:tcPr marL="68575" marR="68575"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DF4"/>
                    </a:solidFill>
                  </a:tcPr>
                </a:tc>
                <a:extLst>
                  <a:ext uri="{0D108BD9-81ED-4DB2-BD59-A6C34878D82A}">
                    <a16:rowId xmlns:a16="http://schemas.microsoft.com/office/drawing/2014/main" val="10004"/>
                  </a:ext>
                </a:extLst>
              </a:tr>
              <a:tr h="729746">
                <a:tc>
                  <a:txBody>
                    <a:bodyPr/>
                    <a:lstStyle/>
                    <a:p>
                      <a:pPr marL="0" marR="0" lvl="0" indent="0" algn="l" rtl="0">
                        <a:spcBef>
                          <a:spcPts val="0"/>
                        </a:spcBef>
                        <a:spcAft>
                          <a:spcPts val="0"/>
                        </a:spcAft>
                        <a:buNone/>
                      </a:pPr>
                      <a:r>
                        <a:rPr lang="en-IN" sz="1200" dirty="0">
                          <a:solidFill>
                            <a:schemeClr val="dk1"/>
                          </a:solidFill>
                          <a:latin typeface="Calibri"/>
                          <a:ea typeface="Calibri"/>
                          <a:cs typeface="Calibri"/>
                          <a:sym typeface="Calibri"/>
                        </a:rPr>
                        <a:t>Connecting to Machine and Applying Response system</a:t>
                      </a:r>
                      <a:endParaRPr sz="1200" dirty="0">
                        <a:solidFill>
                          <a:schemeClr val="dk1"/>
                        </a:solidFill>
                        <a:latin typeface="Calibri"/>
                        <a:ea typeface="Calibri"/>
                        <a:cs typeface="Calibri"/>
                        <a:sym typeface="Calibri"/>
                      </a:endParaRPr>
                    </a:p>
                  </a:txBody>
                  <a:tcPr marL="68575" marR="68575"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DF4"/>
                    </a:solidFill>
                  </a:tcPr>
                </a:tc>
                <a:tc>
                  <a:txBody>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a:txBody>
                  <a:tcPr marL="68575" marR="68575"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CE6F2"/>
                    </a:solidFill>
                  </a:tcPr>
                </a:tc>
                <a:tc>
                  <a:txBody>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a:txBody>
                  <a:tcPr marL="68575" marR="68575"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CE6F2"/>
                    </a:solidFill>
                  </a:tcPr>
                </a:tc>
                <a:tc>
                  <a:txBody>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a:txBody>
                  <a:tcPr marL="68575" marR="68575"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3D69B"/>
                    </a:solidFill>
                  </a:tcPr>
                </a:tc>
                <a:tc>
                  <a:txBody>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a:txBody>
                  <a:tcPr marL="68575" marR="68575"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3D69B"/>
                    </a:solidFill>
                  </a:tcPr>
                </a:tc>
                <a:tc>
                  <a:txBody>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a:txBody>
                  <a:tcPr marL="68575" marR="68575"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DF4"/>
                    </a:solidFill>
                  </a:tcPr>
                </a:tc>
                <a:extLst>
                  <a:ext uri="{0D108BD9-81ED-4DB2-BD59-A6C34878D82A}">
                    <a16:rowId xmlns:a16="http://schemas.microsoft.com/office/drawing/2014/main" val="10005"/>
                  </a:ext>
                </a:extLst>
              </a:tr>
              <a:tr h="274027">
                <a:tc>
                  <a:txBody>
                    <a:bodyPr/>
                    <a:lstStyle/>
                    <a:p>
                      <a:pPr marL="0" marR="0" lvl="0" indent="0" algn="just" rtl="0">
                        <a:lnSpc>
                          <a:spcPct val="150000"/>
                        </a:lnSpc>
                        <a:spcBef>
                          <a:spcPts val="0"/>
                        </a:spcBef>
                        <a:spcAft>
                          <a:spcPts val="0"/>
                        </a:spcAft>
                        <a:buClr>
                          <a:srgbClr val="000000"/>
                        </a:buClr>
                        <a:buSzPts val="1200"/>
                        <a:buFont typeface="Calibri"/>
                        <a:buNone/>
                      </a:pPr>
                      <a:r>
                        <a:rPr lang="en" sz="1200" b="0" i="0" u="none">
                          <a:solidFill>
                            <a:srgbClr val="000000"/>
                          </a:solidFill>
                          <a:latin typeface="Calibri"/>
                          <a:ea typeface="Calibri"/>
                          <a:cs typeface="Calibri"/>
                          <a:sym typeface="Calibri"/>
                        </a:rPr>
                        <a:t>Conclusions</a:t>
                      </a:r>
                      <a:endParaRPr sz="1100"/>
                    </a:p>
                  </a:txBody>
                  <a:tcPr marL="68575" marR="68575"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DF4"/>
                    </a:solidFill>
                  </a:tcPr>
                </a:tc>
                <a:tc>
                  <a:txBody>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a:txBody>
                  <a:tcPr marL="68575" marR="68575"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DF4"/>
                    </a:solidFill>
                  </a:tcPr>
                </a:tc>
                <a:tc>
                  <a:txBody>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a:txBody>
                  <a:tcPr marL="68575" marR="68575"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DF4"/>
                    </a:solidFill>
                  </a:tcPr>
                </a:tc>
                <a:tc>
                  <a:txBody>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a:txBody>
                  <a:tcPr marL="68575" marR="68575"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CE6F2"/>
                    </a:solidFill>
                  </a:tcPr>
                </a:tc>
                <a:tc>
                  <a:txBody>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a:txBody>
                  <a:tcPr marL="68575" marR="68575"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CE6F2"/>
                    </a:solidFill>
                  </a:tcPr>
                </a:tc>
                <a:tc>
                  <a:txBody>
                    <a:bodyPr/>
                    <a:lstStyle/>
                    <a:p>
                      <a:pPr marL="0" marR="0" lvl="0" indent="0" algn="l" rtl="0">
                        <a:spcBef>
                          <a:spcPts val="0"/>
                        </a:spcBef>
                        <a:spcAft>
                          <a:spcPts val="0"/>
                        </a:spcAft>
                        <a:buNone/>
                      </a:pPr>
                      <a:endParaRPr sz="1400" dirty="0">
                        <a:solidFill>
                          <a:schemeClr val="dk1"/>
                        </a:solidFill>
                        <a:latin typeface="Calibri"/>
                        <a:ea typeface="Calibri"/>
                        <a:cs typeface="Calibri"/>
                        <a:sym typeface="Calibri"/>
                      </a:endParaRPr>
                    </a:p>
                  </a:txBody>
                  <a:tcPr marL="68575" marR="68575"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3D69B"/>
                    </a:solidFill>
                  </a:tcPr>
                </a:tc>
                <a:extLst>
                  <a:ext uri="{0D108BD9-81ED-4DB2-BD59-A6C34878D82A}">
                    <a16:rowId xmlns:a16="http://schemas.microsoft.com/office/drawing/2014/main" val="10006"/>
                  </a:ext>
                </a:extLst>
              </a:tr>
              <a:tr h="475150">
                <a:tc>
                  <a:txBody>
                    <a:bodyPr/>
                    <a:lstStyle/>
                    <a:p>
                      <a:pPr marL="0" marR="0" lvl="0" indent="0" algn="just" rtl="0">
                        <a:lnSpc>
                          <a:spcPct val="150000"/>
                        </a:lnSpc>
                        <a:spcBef>
                          <a:spcPts val="0"/>
                        </a:spcBef>
                        <a:spcAft>
                          <a:spcPts val="0"/>
                        </a:spcAft>
                        <a:buClr>
                          <a:srgbClr val="000000"/>
                        </a:buClr>
                        <a:buSzPts val="1200"/>
                        <a:buFont typeface="Calibri"/>
                        <a:buNone/>
                      </a:pPr>
                      <a:r>
                        <a:rPr lang="en" sz="1200" b="0" i="0" u="none">
                          <a:solidFill>
                            <a:srgbClr val="000000"/>
                          </a:solidFill>
                          <a:latin typeface="Calibri"/>
                          <a:ea typeface="Calibri"/>
                          <a:cs typeface="Calibri"/>
                          <a:sym typeface="Calibri"/>
                        </a:rPr>
                        <a:t>Preparation of Project Report/Paper Writing</a:t>
                      </a:r>
                      <a:endParaRPr sz="1100"/>
                    </a:p>
                  </a:txBody>
                  <a:tcPr marL="68575" marR="68575"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DF4"/>
                    </a:solidFill>
                  </a:tcPr>
                </a:tc>
                <a:tc>
                  <a:txBody>
                    <a:bodyPr/>
                    <a:lstStyle/>
                    <a:p>
                      <a:pPr marL="0" marR="0" lvl="0" indent="0" algn="just" rtl="0">
                        <a:lnSpc>
                          <a:spcPct val="150000"/>
                        </a:lnSpc>
                        <a:spcBef>
                          <a:spcPts val="0"/>
                        </a:spcBef>
                        <a:spcAft>
                          <a:spcPts val="0"/>
                        </a:spcAft>
                        <a:buClr>
                          <a:srgbClr val="000000"/>
                        </a:buClr>
                        <a:buSzPts val="1200"/>
                        <a:buFont typeface="Calibri"/>
                        <a:buNone/>
                      </a:pPr>
                      <a:r>
                        <a:rPr lang="en" sz="1200" b="0" i="0" u="none">
                          <a:solidFill>
                            <a:srgbClr val="000000"/>
                          </a:solidFill>
                          <a:latin typeface="Calibri"/>
                          <a:ea typeface="Calibri"/>
                          <a:cs typeface="Calibri"/>
                          <a:sym typeface="Calibri"/>
                        </a:rPr>
                        <a:t> </a:t>
                      </a:r>
                      <a:endParaRPr sz="1100"/>
                    </a:p>
                  </a:txBody>
                  <a:tcPr marL="68575" marR="68575"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DF4"/>
                    </a:solidFill>
                  </a:tcPr>
                </a:tc>
                <a:tc>
                  <a:txBody>
                    <a:bodyPr/>
                    <a:lstStyle/>
                    <a:p>
                      <a:pPr marL="0" marR="0" lvl="0" indent="0" algn="just" rtl="0">
                        <a:lnSpc>
                          <a:spcPct val="150000"/>
                        </a:lnSpc>
                        <a:spcBef>
                          <a:spcPts val="0"/>
                        </a:spcBef>
                        <a:spcAft>
                          <a:spcPts val="0"/>
                        </a:spcAft>
                        <a:buClr>
                          <a:srgbClr val="000000"/>
                        </a:buClr>
                        <a:buSzPts val="1200"/>
                        <a:buFont typeface="Calibri"/>
                        <a:buNone/>
                      </a:pPr>
                      <a:r>
                        <a:rPr lang="en" sz="1200" b="0" i="0" u="none" dirty="0">
                          <a:solidFill>
                            <a:srgbClr val="000000"/>
                          </a:solidFill>
                          <a:latin typeface="Calibri"/>
                          <a:ea typeface="Calibri"/>
                          <a:cs typeface="Calibri"/>
                          <a:sym typeface="Calibri"/>
                        </a:rPr>
                        <a:t> </a:t>
                      </a:r>
                      <a:endParaRPr sz="1100" dirty="0"/>
                    </a:p>
                  </a:txBody>
                  <a:tcPr marL="68575" marR="68575"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DF4"/>
                    </a:solidFill>
                  </a:tcPr>
                </a:tc>
                <a:tc>
                  <a:txBody>
                    <a:bodyPr/>
                    <a:lstStyle/>
                    <a:p>
                      <a:pPr marL="0" marR="0" lvl="0" indent="0" algn="just" rtl="0">
                        <a:lnSpc>
                          <a:spcPct val="150000"/>
                        </a:lnSpc>
                        <a:spcBef>
                          <a:spcPts val="0"/>
                        </a:spcBef>
                        <a:spcAft>
                          <a:spcPts val="0"/>
                        </a:spcAft>
                        <a:buClr>
                          <a:srgbClr val="000000"/>
                        </a:buClr>
                        <a:buSzPts val="1200"/>
                        <a:buFont typeface="Calibri"/>
                        <a:buNone/>
                      </a:pPr>
                      <a:r>
                        <a:rPr lang="en" sz="1200" b="0" i="0" u="none">
                          <a:solidFill>
                            <a:srgbClr val="000000"/>
                          </a:solidFill>
                          <a:latin typeface="Calibri"/>
                          <a:ea typeface="Calibri"/>
                          <a:cs typeface="Calibri"/>
                          <a:sym typeface="Calibri"/>
                        </a:rPr>
                        <a:t> </a:t>
                      </a:r>
                      <a:endParaRPr sz="1100"/>
                    </a:p>
                  </a:txBody>
                  <a:tcPr marL="68575" marR="68575"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DF4"/>
                    </a:solidFill>
                  </a:tcPr>
                </a:tc>
                <a:tc>
                  <a:txBody>
                    <a:bodyPr/>
                    <a:lstStyle/>
                    <a:p>
                      <a:pPr marL="0" marR="0" lvl="0" indent="0" algn="just" rtl="0">
                        <a:lnSpc>
                          <a:spcPct val="150000"/>
                        </a:lnSpc>
                        <a:spcBef>
                          <a:spcPts val="0"/>
                        </a:spcBef>
                        <a:spcAft>
                          <a:spcPts val="0"/>
                        </a:spcAft>
                        <a:buClr>
                          <a:srgbClr val="000000"/>
                        </a:buClr>
                        <a:buSzPts val="1200"/>
                        <a:buFont typeface="Calibri"/>
                        <a:buNone/>
                      </a:pPr>
                      <a:r>
                        <a:rPr lang="en" sz="1200" b="0" i="0" u="none">
                          <a:solidFill>
                            <a:srgbClr val="000000"/>
                          </a:solidFill>
                          <a:latin typeface="Calibri"/>
                          <a:ea typeface="Calibri"/>
                          <a:cs typeface="Calibri"/>
                          <a:sym typeface="Calibri"/>
                        </a:rPr>
                        <a:t> </a:t>
                      </a:r>
                      <a:endParaRPr sz="1100"/>
                    </a:p>
                  </a:txBody>
                  <a:tcPr marL="68575" marR="68575"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DF4"/>
                    </a:solidFill>
                  </a:tcPr>
                </a:tc>
                <a:tc>
                  <a:txBody>
                    <a:bodyPr/>
                    <a:lstStyle/>
                    <a:p>
                      <a:pPr marL="0" marR="0" lvl="0" indent="0" algn="l" rtl="0">
                        <a:spcBef>
                          <a:spcPts val="0"/>
                        </a:spcBef>
                        <a:spcAft>
                          <a:spcPts val="0"/>
                        </a:spcAft>
                        <a:buNone/>
                      </a:pPr>
                      <a:endParaRPr lang="en-US" sz="1400" dirty="0">
                        <a:solidFill>
                          <a:schemeClr val="dk1"/>
                        </a:solidFill>
                        <a:latin typeface="Calibri"/>
                        <a:ea typeface="Calibri"/>
                        <a:cs typeface="Calibri"/>
                        <a:sym typeface="Calibri"/>
                      </a:endParaRPr>
                    </a:p>
                    <a:p>
                      <a:pPr marL="0" marR="0" lvl="0" indent="0" algn="l" rtl="0">
                        <a:spcBef>
                          <a:spcPts val="0"/>
                        </a:spcBef>
                        <a:spcAft>
                          <a:spcPts val="0"/>
                        </a:spcAft>
                        <a:buNone/>
                      </a:pPr>
                      <a:endParaRPr lang="en-IN" sz="1400" dirty="0">
                        <a:solidFill>
                          <a:schemeClr val="dk1"/>
                        </a:solidFill>
                        <a:latin typeface="Calibri"/>
                        <a:ea typeface="Calibri"/>
                        <a:cs typeface="Calibri"/>
                        <a:sym typeface="Calibri"/>
                      </a:endParaRPr>
                    </a:p>
                  </a:txBody>
                  <a:tcPr marL="68575" marR="68575"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3D69B"/>
                    </a:solidFill>
                  </a:tcPr>
                </a:tc>
                <a:extLst>
                  <a:ext uri="{0D108BD9-81ED-4DB2-BD59-A6C34878D82A}">
                    <a16:rowId xmlns:a16="http://schemas.microsoft.com/office/drawing/2014/main" val="10007"/>
                  </a:ext>
                </a:extLst>
              </a:tr>
            </a:tbl>
          </a:graphicData>
        </a:graphic>
      </p:graphicFrame>
      <p:sp>
        <p:nvSpPr>
          <p:cNvPr id="164" name="Google Shape;164;p24"/>
          <p:cNvSpPr txBox="1"/>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5"/>
          <p:cNvSpPr txBox="1">
            <a:spLocks noGrp="1"/>
          </p:cNvSpPr>
          <p:nvPr>
            <p:ph type="subTitle" idx="1"/>
          </p:nvPr>
        </p:nvSpPr>
        <p:spPr>
          <a:xfrm>
            <a:off x="177800" y="857250"/>
            <a:ext cx="8763000" cy="3747407"/>
          </a:xfrm>
          <a:prstGeom prst="rect">
            <a:avLst/>
          </a:prstGeom>
          <a:noFill/>
          <a:ln>
            <a:noFill/>
          </a:ln>
        </p:spPr>
        <p:txBody>
          <a:bodyPr spcFirstLastPara="1" wrap="square" lIns="91425" tIns="45700" rIns="91425" bIns="45700" anchor="t" anchorCtr="0">
            <a:noAutofit/>
          </a:bodyPr>
          <a:lstStyle/>
          <a:p>
            <a:pPr marL="342900" lvl="0" indent="-241300" algn="just" rtl="0">
              <a:lnSpc>
                <a:spcPct val="100000"/>
              </a:lnSpc>
              <a:spcBef>
                <a:spcPts val="0"/>
              </a:spcBef>
              <a:spcAft>
                <a:spcPts val="0"/>
              </a:spcAft>
              <a:buClr>
                <a:srgbClr val="888888"/>
              </a:buClr>
              <a:buSzPts val="1600"/>
              <a:buFont typeface="Calibri"/>
              <a:buNone/>
            </a:pPr>
            <a:endParaRPr lang="en-IN" sz="1600" b="1" i="0" u="none" dirty="0">
              <a:solidFill>
                <a:schemeClr val="dk1"/>
              </a:solidFill>
              <a:latin typeface="Calibri"/>
              <a:ea typeface="Calibri"/>
              <a:cs typeface="Calibri"/>
              <a:sym typeface="Calibri"/>
            </a:endParaRPr>
          </a:p>
          <a:p>
            <a:pPr marL="342900" lvl="0" indent="-342900" algn="just" rtl="0">
              <a:lnSpc>
                <a:spcPct val="100000"/>
              </a:lnSpc>
              <a:spcBef>
                <a:spcPts val="320"/>
              </a:spcBef>
              <a:spcAft>
                <a:spcPts val="0"/>
              </a:spcAft>
              <a:buClr>
                <a:schemeClr val="dk1"/>
              </a:buClr>
              <a:buSzPts val="1600"/>
              <a:buFont typeface="Calibri"/>
              <a:buAutoNum type="arabicParenR"/>
            </a:pPr>
            <a:r>
              <a:rPr lang="en-IN" sz="1600" i="0" u="none" dirty="0">
                <a:solidFill>
                  <a:schemeClr val="dk1"/>
                </a:solidFill>
                <a:latin typeface="Calibri"/>
                <a:ea typeface="Calibri"/>
                <a:cs typeface="Calibri"/>
                <a:sym typeface="Calibri"/>
              </a:rPr>
              <a:t>This </a:t>
            </a:r>
            <a:r>
              <a:rPr lang="en-IN" sz="1600" dirty="0">
                <a:solidFill>
                  <a:schemeClr val="dk1"/>
                </a:solidFill>
                <a:latin typeface="Calibri"/>
                <a:ea typeface="Calibri"/>
                <a:cs typeface="Calibri"/>
                <a:sym typeface="Calibri"/>
              </a:rPr>
              <a:t>Machine Learning </a:t>
            </a:r>
            <a:r>
              <a:rPr lang="en-IN" sz="1600" i="0" u="none" dirty="0">
                <a:solidFill>
                  <a:schemeClr val="dk1"/>
                </a:solidFill>
                <a:latin typeface="Calibri"/>
                <a:ea typeface="Calibri"/>
                <a:cs typeface="Calibri"/>
                <a:sym typeface="Calibri"/>
              </a:rPr>
              <a:t>model uses Regression as well as Classification Algorithms.</a:t>
            </a:r>
          </a:p>
          <a:p>
            <a:pPr marL="342900" lvl="0" indent="-342900" algn="just" rtl="0">
              <a:lnSpc>
                <a:spcPct val="100000"/>
              </a:lnSpc>
              <a:spcBef>
                <a:spcPts val="320"/>
              </a:spcBef>
              <a:spcAft>
                <a:spcPts val="0"/>
              </a:spcAft>
              <a:buClr>
                <a:schemeClr val="dk1"/>
              </a:buClr>
              <a:buSzPts val="1600"/>
              <a:buFont typeface="Calibri"/>
              <a:buAutoNum type="arabicParenR"/>
            </a:pPr>
            <a:r>
              <a:rPr lang="en-IN" sz="1600" dirty="0">
                <a:solidFill>
                  <a:schemeClr val="dk1"/>
                </a:solidFill>
                <a:latin typeface="Calibri"/>
                <a:ea typeface="Calibri"/>
                <a:cs typeface="Calibri"/>
                <a:sym typeface="Calibri"/>
              </a:rPr>
              <a:t>After Getting their Score we chose the highest scored algorithm which was Random Forest Classifier Algorithm.</a:t>
            </a:r>
            <a:endParaRPr lang="en-IN" sz="1600" i="0" u="none" dirty="0">
              <a:solidFill>
                <a:schemeClr val="dk1"/>
              </a:solidFill>
              <a:latin typeface="Calibri"/>
              <a:ea typeface="Calibri"/>
              <a:cs typeface="Calibri"/>
              <a:sym typeface="Calibri"/>
            </a:endParaRPr>
          </a:p>
          <a:p>
            <a:pPr marL="342900" lvl="0" indent="-342900" algn="just" rtl="0">
              <a:lnSpc>
                <a:spcPct val="100000"/>
              </a:lnSpc>
              <a:spcBef>
                <a:spcPts val="320"/>
              </a:spcBef>
              <a:spcAft>
                <a:spcPts val="0"/>
              </a:spcAft>
              <a:buClr>
                <a:schemeClr val="dk1"/>
              </a:buClr>
              <a:buSzPts val="1600"/>
              <a:buFont typeface="Calibri"/>
              <a:buAutoNum type="arabicParenR"/>
            </a:pPr>
            <a:r>
              <a:rPr lang="en-IN" sz="1600" i="0" u="none" dirty="0">
                <a:solidFill>
                  <a:schemeClr val="dk1"/>
                </a:solidFill>
                <a:latin typeface="Calibri"/>
                <a:ea typeface="Calibri"/>
                <a:cs typeface="Calibri"/>
                <a:sym typeface="Calibri"/>
              </a:rPr>
              <a:t>In the next Module, </a:t>
            </a:r>
            <a:r>
              <a:rPr lang="en-IN" sz="1600" dirty="0">
                <a:solidFill>
                  <a:schemeClr val="dk1"/>
                </a:solidFill>
                <a:latin typeface="Calibri"/>
                <a:ea typeface="Calibri"/>
                <a:cs typeface="Calibri"/>
                <a:sym typeface="Calibri"/>
              </a:rPr>
              <a:t>W</a:t>
            </a:r>
            <a:r>
              <a:rPr lang="en-IN" sz="1600" i="0" u="none" dirty="0">
                <a:solidFill>
                  <a:schemeClr val="dk1"/>
                </a:solidFill>
                <a:latin typeface="Calibri"/>
                <a:ea typeface="Calibri"/>
                <a:cs typeface="Calibri"/>
                <a:sym typeface="Calibri"/>
              </a:rPr>
              <a:t>e will be creating Alert System that will be taking input from EEG machine and that system will continuously read from the patient.</a:t>
            </a:r>
          </a:p>
          <a:p>
            <a:pPr marL="342900" lvl="0" indent="-342900" algn="just" rtl="0">
              <a:lnSpc>
                <a:spcPct val="100000"/>
              </a:lnSpc>
              <a:spcBef>
                <a:spcPts val="320"/>
              </a:spcBef>
              <a:spcAft>
                <a:spcPts val="0"/>
              </a:spcAft>
              <a:buClr>
                <a:schemeClr val="dk1"/>
              </a:buClr>
              <a:buSzPts val="1600"/>
              <a:buFont typeface="Calibri"/>
              <a:buAutoNum type="arabicParenR"/>
            </a:pPr>
            <a:endParaRPr lang="en-IN" sz="1600" dirty="0">
              <a:solidFill>
                <a:schemeClr val="dk1"/>
              </a:solidFill>
              <a:latin typeface="Calibri"/>
              <a:ea typeface="Calibri"/>
              <a:cs typeface="Calibri"/>
              <a:sym typeface="Calibri"/>
            </a:endParaRPr>
          </a:p>
          <a:p>
            <a:pPr marL="342900" lvl="0" indent="-342900" algn="just" rtl="0">
              <a:lnSpc>
                <a:spcPct val="100000"/>
              </a:lnSpc>
              <a:spcBef>
                <a:spcPts val="320"/>
              </a:spcBef>
              <a:spcAft>
                <a:spcPts val="0"/>
              </a:spcAft>
              <a:buClr>
                <a:schemeClr val="dk1"/>
              </a:buClr>
              <a:buSzPts val="1600"/>
              <a:buFont typeface="Calibri"/>
              <a:buAutoNum type="arabicParenR"/>
            </a:pPr>
            <a:endParaRPr lang="en-IN" sz="1600" i="0" u="none" dirty="0">
              <a:solidFill>
                <a:schemeClr val="dk1"/>
              </a:solidFill>
              <a:latin typeface="Calibri"/>
              <a:ea typeface="Calibri"/>
              <a:cs typeface="Calibri"/>
              <a:sym typeface="Calibri"/>
            </a:endParaRPr>
          </a:p>
          <a:p>
            <a:pPr marL="342900" lvl="0" algn="just" rtl="0">
              <a:lnSpc>
                <a:spcPct val="100000"/>
              </a:lnSpc>
              <a:spcBef>
                <a:spcPts val="320"/>
              </a:spcBef>
              <a:spcAft>
                <a:spcPts val="0"/>
              </a:spcAft>
              <a:buClr>
                <a:schemeClr val="dk1"/>
              </a:buClr>
              <a:buSzPts val="1600"/>
              <a:buFont typeface="+mj-lt"/>
              <a:buAutoNum type="arabicPeriod"/>
            </a:pPr>
            <a:r>
              <a:rPr lang="en-IN" sz="1600" i="0" u="none" dirty="0">
                <a:solidFill>
                  <a:schemeClr val="dk1"/>
                </a:solidFill>
                <a:latin typeface="Calibri"/>
                <a:ea typeface="Calibri"/>
                <a:cs typeface="Calibri"/>
                <a:sym typeface="Calibri"/>
              </a:rPr>
              <a:t>Mobile App Integration : </a:t>
            </a:r>
            <a:r>
              <a:rPr lang="en-US" sz="1600" i="0" u="none" dirty="0">
                <a:solidFill>
                  <a:schemeClr val="dk1"/>
                </a:solidFill>
                <a:latin typeface="Calibri"/>
                <a:ea typeface="Calibri"/>
                <a:cs typeface="Calibri"/>
                <a:sym typeface="Calibri"/>
              </a:rPr>
              <a:t>Develop mobile app for easy access and management of the system.</a:t>
            </a:r>
          </a:p>
          <a:p>
            <a:pPr marL="342900" lvl="0" algn="just" rtl="0">
              <a:lnSpc>
                <a:spcPct val="100000"/>
              </a:lnSpc>
              <a:spcBef>
                <a:spcPts val="320"/>
              </a:spcBef>
              <a:spcAft>
                <a:spcPts val="0"/>
              </a:spcAft>
              <a:buClr>
                <a:schemeClr val="dk1"/>
              </a:buClr>
              <a:buSzPts val="1600"/>
              <a:buFont typeface="+mj-lt"/>
              <a:buAutoNum type="arabicPeriod"/>
            </a:pPr>
            <a:r>
              <a:rPr lang="en-US" sz="1600" i="0" u="none" dirty="0">
                <a:solidFill>
                  <a:schemeClr val="dk1"/>
                </a:solidFill>
                <a:latin typeface="Calibri"/>
                <a:ea typeface="Calibri"/>
                <a:cs typeface="Calibri"/>
                <a:sym typeface="Calibri"/>
              </a:rPr>
              <a:t>Personalized Response Plans: Allow users to create personalized emergency response plans, including contact information, medical history, and preferred treatment options.</a:t>
            </a:r>
            <a:endParaRPr lang="en-US" sz="1600" dirty="0">
              <a:solidFill>
                <a:schemeClr val="dk1"/>
              </a:solidFill>
              <a:latin typeface="Calibri"/>
              <a:ea typeface="Calibri"/>
              <a:cs typeface="Calibri"/>
              <a:sym typeface="Calibri"/>
            </a:endParaRPr>
          </a:p>
          <a:p>
            <a:pPr marL="342900" lvl="0" algn="just" rtl="0">
              <a:lnSpc>
                <a:spcPct val="100000"/>
              </a:lnSpc>
              <a:spcBef>
                <a:spcPts val="320"/>
              </a:spcBef>
              <a:spcAft>
                <a:spcPts val="0"/>
              </a:spcAft>
              <a:buClr>
                <a:schemeClr val="dk1"/>
              </a:buClr>
              <a:buSzPts val="1600"/>
              <a:buFont typeface="+mj-lt"/>
              <a:buAutoNum type="arabicPeriod"/>
            </a:pPr>
            <a:r>
              <a:rPr lang="en-US" sz="1600" i="0" u="none" dirty="0">
                <a:solidFill>
                  <a:schemeClr val="dk1"/>
                </a:solidFill>
                <a:latin typeface="Calibri"/>
                <a:ea typeface="Calibri"/>
                <a:cs typeface="Calibri"/>
                <a:sym typeface="Calibri"/>
              </a:rPr>
              <a:t>Remote Consultation: Enable remote consultations with healthcare providers for timely advice and treatment.</a:t>
            </a:r>
            <a:endParaRPr lang="en-IN" sz="1600" i="0" u="none" dirty="0">
              <a:solidFill>
                <a:schemeClr val="dk1"/>
              </a:solidFill>
              <a:latin typeface="Calibri"/>
              <a:ea typeface="Calibri"/>
              <a:cs typeface="Calibri"/>
              <a:sym typeface="Calibri"/>
            </a:endParaRPr>
          </a:p>
          <a:p>
            <a:pPr marL="342900" lvl="0" algn="just" rtl="0">
              <a:lnSpc>
                <a:spcPct val="100000"/>
              </a:lnSpc>
              <a:spcBef>
                <a:spcPts val="320"/>
              </a:spcBef>
              <a:spcAft>
                <a:spcPts val="0"/>
              </a:spcAft>
              <a:buClr>
                <a:schemeClr val="dk1"/>
              </a:buClr>
              <a:buSzPts val="1600"/>
              <a:buFont typeface="+mj-lt"/>
              <a:buAutoNum type="arabicPeriod"/>
            </a:pPr>
            <a:endParaRPr lang="en-IN" sz="1600" b="1" i="0" u="none" dirty="0">
              <a:solidFill>
                <a:schemeClr val="dk1"/>
              </a:solidFill>
              <a:latin typeface="Calibri"/>
              <a:ea typeface="Calibri"/>
              <a:cs typeface="Calibri"/>
              <a:sym typeface="Calibri"/>
            </a:endParaRPr>
          </a:p>
        </p:txBody>
      </p:sp>
      <p:sp>
        <p:nvSpPr>
          <p:cNvPr id="173" name="Google Shape;173;p25"/>
          <p:cNvSpPr txBox="1">
            <a:spLocks noGrp="1"/>
          </p:cNvSpPr>
          <p:nvPr>
            <p:ph type="ctrTitle"/>
          </p:nvPr>
        </p:nvSpPr>
        <p:spPr>
          <a:xfrm>
            <a:off x="0" y="0"/>
            <a:ext cx="9144000" cy="685800"/>
          </a:xfrm>
          <a:prstGeom prst="rect">
            <a:avLst/>
          </a:prstGeom>
          <a:gradFill>
            <a:gsLst>
              <a:gs pos="0">
                <a:srgbClr val="8EB4E3"/>
              </a:gs>
              <a:gs pos="50000">
                <a:srgbClr val="C2D1ED"/>
              </a:gs>
              <a:gs pos="100000">
                <a:srgbClr val="E1E8F5"/>
              </a:gs>
            </a:gsLst>
            <a:lin ang="5400012" scaled="0"/>
          </a:grad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2400"/>
              <a:buFont typeface="Calibri"/>
              <a:buNone/>
            </a:pPr>
            <a:r>
              <a:rPr lang="en" sz="2400" b="0" i="0" u="none" dirty="0">
                <a:solidFill>
                  <a:schemeClr val="dk1"/>
                </a:solidFill>
                <a:latin typeface="Calibri"/>
                <a:ea typeface="Calibri"/>
                <a:cs typeface="Calibri"/>
                <a:sym typeface="Calibri"/>
              </a:rPr>
              <a:t>Conclusion and Future Scope</a:t>
            </a:r>
            <a:endParaRPr dirty="0"/>
          </a:p>
        </p:txBody>
      </p:sp>
      <p:sp>
        <p:nvSpPr>
          <p:cNvPr id="174" name="Google Shape;174;p25"/>
          <p:cNvSpPr txBox="1"/>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75" name="Google Shape;175;p25"/>
          <p:cNvSpPr txBox="1"/>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r>
              <a:rPr lang="en" sz="1200" b="0" i="0" u="none" dirty="0">
                <a:solidFill>
                  <a:srgbClr val="898989"/>
                </a:solidFill>
                <a:latin typeface="Calibri"/>
                <a:ea typeface="Calibri"/>
                <a:cs typeface="Calibri"/>
                <a:sym typeface="Calibri"/>
              </a:rPr>
              <a:t>16</a:t>
            </a:r>
            <a:endParaRPr dirty="0"/>
          </a:p>
        </p:txBody>
      </p:sp>
      <p:sp>
        <p:nvSpPr>
          <p:cNvPr id="176" name="Google Shape;176;p25"/>
          <p:cNvSpPr txBox="1"/>
          <p:nvPr/>
        </p:nvSpPr>
        <p:spPr>
          <a:xfrm>
            <a:off x="753975" y="4767275"/>
            <a:ext cx="7175100" cy="2739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1200"/>
              <a:buFont typeface="Calibri"/>
              <a:buNone/>
            </a:pPr>
            <a:r>
              <a:rPr lang="en" sz="1200" dirty="0">
                <a:solidFill>
                  <a:srgbClr val="898989"/>
                </a:solidFill>
                <a:latin typeface="Calibri"/>
                <a:ea typeface="Calibri"/>
                <a:cs typeface="Calibri"/>
                <a:sym typeface="Calibri"/>
              </a:rPr>
              <a:t>Epilepsy Prediction and Emergency Response System</a:t>
            </a:r>
            <a:r>
              <a:rPr lang="en" sz="1200" b="0" i="0" u="none" dirty="0">
                <a:solidFill>
                  <a:srgbClr val="898989"/>
                </a:solidFill>
                <a:latin typeface="Calibri"/>
                <a:ea typeface="Calibri"/>
                <a:cs typeface="Calibri"/>
                <a:sym typeface="Calibri"/>
              </a:rPr>
              <a:t>-(</a:t>
            </a:r>
            <a:r>
              <a:rPr lang="en" sz="1200" dirty="0">
                <a:solidFill>
                  <a:srgbClr val="898989"/>
                </a:solidFill>
                <a:latin typeface="Calibri"/>
                <a:ea typeface="Calibri"/>
                <a:cs typeface="Calibri"/>
                <a:sym typeface="Calibri"/>
              </a:rPr>
              <a:t>11</a:t>
            </a:r>
            <a:r>
              <a:rPr lang="en" sz="1200" b="0" i="0" u="none" dirty="0">
                <a:solidFill>
                  <a:srgbClr val="898989"/>
                </a:solidFill>
                <a:latin typeface="Calibri"/>
                <a:ea typeface="Calibri"/>
                <a:cs typeface="Calibri"/>
                <a:sym typeface="Calibri"/>
              </a:rPr>
              <a:t>)</a:t>
            </a:r>
            <a:endParaRPr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5"/>
          <p:cNvSpPr txBox="1">
            <a:spLocks noGrp="1"/>
          </p:cNvSpPr>
          <p:nvPr>
            <p:ph type="subTitle" idx="1"/>
          </p:nvPr>
        </p:nvSpPr>
        <p:spPr>
          <a:xfrm>
            <a:off x="177800" y="857250"/>
            <a:ext cx="8763000" cy="3747407"/>
          </a:xfrm>
          <a:prstGeom prst="rect">
            <a:avLst/>
          </a:prstGeom>
          <a:noFill/>
          <a:ln>
            <a:noFill/>
          </a:ln>
        </p:spPr>
        <p:txBody>
          <a:bodyPr spcFirstLastPara="1" wrap="square" lIns="91425" tIns="45700" rIns="91425" bIns="45700" anchor="t" anchorCtr="0">
            <a:noAutofit/>
          </a:bodyPr>
          <a:lstStyle/>
          <a:p>
            <a:pPr marL="342900" lvl="0" indent="-241300" algn="just" rtl="0">
              <a:lnSpc>
                <a:spcPct val="100000"/>
              </a:lnSpc>
              <a:spcBef>
                <a:spcPts val="0"/>
              </a:spcBef>
              <a:spcAft>
                <a:spcPts val="0"/>
              </a:spcAft>
              <a:buClr>
                <a:srgbClr val="888888"/>
              </a:buClr>
              <a:buSzPts val="1600"/>
              <a:buFont typeface="Calibri"/>
              <a:buNone/>
            </a:pPr>
            <a:endParaRPr lang="en-IN" sz="1600" b="1" i="0" u="none" dirty="0">
              <a:solidFill>
                <a:schemeClr val="dk1"/>
              </a:solidFill>
              <a:latin typeface="Calibri"/>
              <a:ea typeface="Calibri"/>
              <a:cs typeface="Calibri"/>
              <a:sym typeface="Calibri"/>
            </a:endParaRPr>
          </a:p>
          <a:p>
            <a:pPr marL="342900" lvl="0" indent="-342900" algn="just" rtl="0">
              <a:lnSpc>
                <a:spcPct val="100000"/>
              </a:lnSpc>
              <a:spcBef>
                <a:spcPts val="320"/>
              </a:spcBef>
              <a:spcAft>
                <a:spcPts val="0"/>
              </a:spcAft>
              <a:buClr>
                <a:schemeClr val="dk1"/>
              </a:buClr>
              <a:buSzPts val="1600"/>
              <a:buFont typeface="Calibri"/>
              <a:buAutoNum type="arabicParenR"/>
            </a:pPr>
            <a:r>
              <a:rPr lang="en-IN" sz="1600" i="0" u="none" dirty="0">
                <a:solidFill>
                  <a:schemeClr val="dk1"/>
                </a:solidFill>
                <a:latin typeface="Calibri"/>
                <a:ea typeface="Calibri"/>
                <a:cs typeface="Calibri"/>
                <a:sym typeface="Calibri"/>
              </a:rPr>
              <a:t>R. Doshi, A. R. Sankar, K. Nagaraj, V. </a:t>
            </a:r>
            <a:r>
              <a:rPr lang="en-IN" sz="1600" i="0" u="none" dirty="0" err="1">
                <a:solidFill>
                  <a:schemeClr val="dk1"/>
                </a:solidFill>
                <a:latin typeface="Calibri"/>
                <a:ea typeface="Calibri"/>
                <a:cs typeface="Calibri"/>
                <a:sym typeface="Calibri"/>
              </a:rPr>
              <a:t>Vazhayil</a:t>
            </a:r>
            <a:r>
              <a:rPr lang="en-IN" sz="1600" i="0" u="none" dirty="0">
                <a:solidFill>
                  <a:schemeClr val="dk1"/>
                </a:solidFill>
                <a:latin typeface="Calibri"/>
                <a:ea typeface="Calibri"/>
                <a:cs typeface="Calibri"/>
                <a:sym typeface="Calibri"/>
              </a:rPr>
              <a:t>, C. Nagaraj and M. Rao, "EEG Driven Autonomous Injection System For An Epileptic Neuroimaging Application," 2021 43rd Annual International Conference of the IEEE Engineering in Medicine &amp; Biology Society (EMBC), Mexico, 2021, pp. 1480-1486, </a:t>
            </a:r>
            <a:r>
              <a:rPr lang="en-IN" sz="1600" i="0" u="none" dirty="0" err="1">
                <a:solidFill>
                  <a:schemeClr val="dk1"/>
                </a:solidFill>
                <a:latin typeface="Calibri"/>
                <a:ea typeface="Calibri"/>
                <a:cs typeface="Calibri"/>
                <a:sym typeface="Calibri"/>
              </a:rPr>
              <a:t>doi</a:t>
            </a:r>
            <a:r>
              <a:rPr lang="en-IN" sz="1600" i="0" u="none" dirty="0">
                <a:solidFill>
                  <a:schemeClr val="dk1"/>
                </a:solidFill>
                <a:latin typeface="Calibri"/>
                <a:ea typeface="Calibri"/>
                <a:cs typeface="Calibri"/>
                <a:sym typeface="Calibri"/>
              </a:rPr>
              <a:t>: 10.1109/EMBC46164.2021.9629573. keywords: {</a:t>
            </a:r>
            <a:r>
              <a:rPr lang="en-IN" sz="1600" i="0" u="none" dirty="0" err="1">
                <a:solidFill>
                  <a:schemeClr val="dk1"/>
                </a:solidFill>
                <a:latin typeface="Calibri"/>
                <a:ea typeface="Calibri"/>
                <a:cs typeface="Calibri"/>
                <a:sym typeface="Calibri"/>
              </a:rPr>
              <a:t>Neuroimaging;Hospitals;Computational</a:t>
            </a:r>
            <a:r>
              <a:rPr lang="en-IN" sz="1600" i="0" u="none" dirty="0">
                <a:solidFill>
                  <a:schemeClr val="dk1"/>
                </a:solidFill>
                <a:latin typeface="Calibri"/>
                <a:ea typeface="Calibri"/>
                <a:cs typeface="Calibri"/>
                <a:sym typeface="Calibri"/>
              </a:rPr>
              <a:t> </a:t>
            </a:r>
            <a:r>
              <a:rPr lang="en-IN" sz="1600" i="0" u="none" dirty="0" err="1">
                <a:solidFill>
                  <a:schemeClr val="dk1"/>
                </a:solidFill>
                <a:latin typeface="Calibri"/>
                <a:ea typeface="Calibri"/>
                <a:cs typeface="Calibri"/>
                <a:sym typeface="Calibri"/>
              </a:rPr>
              <a:t>modeling;Surgery;Predictive</a:t>
            </a:r>
            <a:r>
              <a:rPr lang="en-IN" sz="1600" i="0" u="none" dirty="0">
                <a:solidFill>
                  <a:schemeClr val="dk1"/>
                </a:solidFill>
                <a:latin typeface="Calibri"/>
                <a:ea typeface="Calibri"/>
                <a:cs typeface="Calibri"/>
                <a:sym typeface="Calibri"/>
              </a:rPr>
              <a:t> </a:t>
            </a:r>
            <a:r>
              <a:rPr lang="en-IN" sz="1600" i="0" u="none" dirty="0" err="1">
                <a:solidFill>
                  <a:schemeClr val="dk1"/>
                </a:solidFill>
                <a:latin typeface="Calibri"/>
                <a:ea typeface="Calibri"/>
                <a:cs typeface="Calibri"/>
                <a:sym typeface="Calibri"/>
              </a:rPr>
              <a:t>models;Tools;Brain</a:t>
            </a:r>
            <a:r>
              <a:rPr lang="en-IN" sz="1600" i="0" u="none" dirty="0">
                <a:solidFill>
                  <a:schemeClr val="dk1"/>
                </a:solidFill>
                <a:latin typeface="Calibri"/>
                <a:ea typeface="Calibri"/>
                <a:cs typeface="Calibri"/>
                <a:sym typeface="Calibri"/>
              </a:rPr>
              <a:t> </a:t>
            </a:r>
            <a:r>
              <a:rPr lang="en-IN" sz="1600" i="0" u="none" dirty="0" err="1">
                <a:solidFill>
                  <a:schemeClr val="dk1"/>
                </a:solidFill>
                <a:latin typeface="Calibri"/>
                <a:ea typeface="Calibri"/>
                <a:cs typeface="Calibri"/>
                <a:sym typeface="Calibri"/>
              </a:rPr>
              <a:t>modeling</a:t>
            </a:r>
            <a:r>
              <a:rPr lang="en-IN" sz="1600" i="0" u="none" dirty="0">
                <a:solidFill>
                  <a:schemeClr val="dk1"/>
                </a:solidFill>
                <a:latin typeface="Calibri"/>
                <a:ea typeface="Calibri"/>
                <a:cs typeface="Calibri"/>
                <a:sym typeface="Calibri"/>
              </a:rPr>
              <a:t>},</a:t>
            </a:r>
          </a:p>
          <a:p>
            <a:pPr marL="342900" lvl="0" indent="-342900" algn="just" rtl="0">
              <a:lnSpc>
                <a:spcPct val="100000"/>
              </a:lnSpc>
              <a:spcBef>
                <a:spcPts val="320"/>
              </a:spcBef>
              <a:spcAft>
                <a:spcPts val="0"/>
              </a:spcAft>
              <a:buClr>
                <a:schemeClr val="dk1"/>
              </a:buClr>
              <a:buSzPts val="1600"/>
              <a:buFont typeface="Calibri"/>
              <a:buAutoNum type="arabicParenR"/>
            </a:pPr>
            <a:endParaRPr lang="en-IN" sz="1600" i="0" u="none" dirty="0">
              <a:solidFill>
                <a:schemeClr val="dk1"/>
              </a:solidFill>
              <a:latin typeface="Calibri"/>
              <a:ea typeface="Calibri"/>
              <a:cs typeface="Calibri"/>
              <a:sym typeface="Calibri"/>
            </a:endParaRPr>
          </a:p>
          <a:p>
            <a:pPr marL="342900" lvl="0" indent="-342900" algn="just" rtl="0">
              <a:lnSpc>
                <a:spcPct val="100000"/>
              </a:lnSpc>
              <a:spcBef>
                <a:spcPts val="320"/>
              </a:spcBef>
              <a:spcAft>
                <a:spcPts val="0"/>
              </a:spcAft>
              <a:buClr>
                <a:schemeClr val="dk1"/>
              </a:buClr>
              <a:buSzPts val="1600"/>
              <a:buFont typeface="Calibri"/>
              <a:buAutoNum type="arabicParenR"/>
            </a:pPr>
            <a:r>
              <a:rPr lang="en-IN" sz="1600" i="0" u="none" dirty="0">
                <a:solidFill>
                  <a:schemeClr val="dk1"/>
                </a:solidFill>
                <a:latin typeface="Calibri"/>
                <a:ea typeface="Calibri"/>
                <a:cs typeface="Calibri"/>
                <a:sym typeface="Calibri"/>
              </a:rPr>
              <a:t>A. Alharbi, M. </a:t>
            </a:r>
            <a:r>
              <a:rPr lang="en-IN" sz="1600" i="0" u="none" dirty="0" err="1">
                <a:solidFill>
                  <a:schemeClr val="dk1"/>
                </a:solidFill>
                <a:latin typeface="Calibri"/>
                <a:ea typeface="Calibri"/>
                <a:cs typeface="Calibri"/>
                <a:sym typeface="Calibri"/>
              </a:rPr>
              <a:t>Dhopeshwarkar</a:t>
            </a:r>
            <a:r>
              <a:rPr lang="en-IN" sz="1600" i="0" u="none" dirty="0">
                <a:solidFill>
                  <a:schemeClr val="dk1"/>
                </a:solidFill>
                <a:latin typeface="Calibri"/>
                <a:ea typeface="Calibri"/>
                <a:cs typeface="Calibri"/>
                <a:sym typeface="Calibri"/>
              </a:rPr>
              <a:t>, Z. A. T. Ahmed, E. </a:t>
            </a:r>
            <a:r>
              <a:rPr lang="en-IN" sz="1600" i="0" u="none" dirty="0" err="1">
                <a:solidFill>
                  <a:schemeClr val="dk1"/>
                </a:solidFill>
                <a:latin typeface="Calibri"/>
                <a:ea typeface="Calibri"/>
                <a:cs typeface="Calibri"/>
                <a:sym typeface="Calibri"/>
              </a:rPr>
              <a:t>Mahyoub</a:t>
            </a:r>
            <a:r>
              <a:rPr lang="en-IN" sz="1600" i="0" u="none" dirty="0">
                <a:solidFill>
                  <a:schemeClr val="dk1"/>
                </a:solidFill>
                <a:latin typeface="Calibri"/>
                <a:ea typeface="Calibri"/>
                <a:cs typeface="Calibri"/>
                <a:sym typeface="Calibri"/>
              </a:rPr>
              <a:t>, M. Tawfik and A. M. </a:t>
            </a:r>
            <a:r>
              <a:rPr lang="en-IN" sz="1600" i="0" u="none" dirty="0" err="1">
                <a:solidFill>
                  <a:schemeClr val="dk1"/>
                </a:solidFill>
                <a:latin typeface="Calibri"/>
                <a:ea typeface="Calibri"/>
                <a:cs typeface="Calibri"/>
                <a:sym typeface="Calibri"/>
              </a:rPr>
              <a:t>Almadani</a:t>
            </a:r>
            <a:r>
              <a:rPr lang="en-IN" sz="1600" i="0" u="none" dirty="0">
                <a:solidFill>
                  <a:schemeClr val="dk1"/>
                </a:solidFill>
                <a:latin typeface="Calibri"/>
                <a:ea typeface="Calibri"/>
                <a:cs typeface="Calibri"/>
                <a:sym typeface="Calibri"/>
              </a:rPr>
              <a:t>, "A Framework for Epileptic Seizure Monitoring Based on IoT and Machine Learning Technologies," 2024 3rd International Conference for Innovation in Technology (INOCON), Bangalore, India, 2024, pp. 1-8, </a:t>
            </a:r>
            <a:r>
              <a:rPr lang="en-IN" sz="1600" i="0" u="none" dirty="0" err="1">
                <a:solidFill>
                  <a:schemeClr val="dk1"/>
                </a:solidFill>
                <a:latin typeface="Calibri"/>
                <a:ea typeface="Calibri"/>
                <a:cs typeface="Calibri"/>
                <a:sym typeface="Calibri"/>
              </a:rPr>
              <a:t>doi</a:t>
            </a:r>
            <a:r>
              <a:rPr lang="en-IN" sz="1600" i="0" u="none" dirty="0">
                <a:solidFill>
                  <a:schemeClr val="dk1"/>
                </a:solidFill>
                <a:latin typeface="Calibri"/>
                <a:ea typeface="Calibri"/>
                <a:cs typeface="Calibri"/>
                <a:sym typeface="Calibri"/>
              </a:rPr>
              <a:t>: 10.1109/INOCON60754.2024.10512226. keywords: {Patient </a:t>
            </a:r>
            <a:r>
              <a:rPr lang="en-IN" sz="1600" i="0" u="none" dirty="0" err="1">
                <a:solidFill>
                  <a:schemeClr val="dk1"/>
                </a:solidFill>
                <a:latin typeface="Calibri"/>
                <a:ea typeface="Calibri"/>
                <a:cs typeface="Calibri"/>
                <a:sym typeface="Calibri"/>
              </a:rPr>
              <a:t>monitoring;Cloud</a:t>
            </a:r>
            <a:r>
              <a:rPr lang="en-IN" sz="1600" i="0" u="none" dirty="0">
                <a:solidFill>
                  <a:schemeClr val="dk1"/>
                </a:solidFill>
                <a:latin typeface="Calibri"/>
                <a:ea typeface="Calibri"/>
                <a:cs typeface="Calibri"/>
                <a:sym typeface="Calibri"/>
              </a:rPr>
              <a:t> </a:t>
            </a:r>
            <a:r>
              <a:rPr lang="en-IN" sz="1600" i="0" u="none" dirty="0" err="1">
                <a:solidFill>
                  <a:schemeClr val="dk1"/>
                </a:solidFill>
                <a:latin typeface="Calibri"/>
                <a:ea typeface="Calibri"/>
                <a:cs typeface="Calibri"/>
                <a:sym typeface="Calibri"/>
              </a:rPr>
              <a:t>computing;Technological</a:t>
            </a:r>
            <a:r>
              <a:rPr lang="en-IN" sz="1600" i="0" u="none" dirty="0">
                <a:solidFill>
                  <a:schemeClr val="dk1"/>
                </a:solidFill>
                <a:latin typeface="Calibri"/>
                <a:ea typeface="Calibri"/>
                <a:cs typeface="Calibri"/>
                <a:sym typeface="Calibri"/>
              </a:rPr>
              <a:t> </a:t>
            </a:r>
            <a:r>
              <a:rPr lang="en-IN" sz="1600" i="0" u="none" dirty="0" err="1">
                <a:solidFill>
                  <a:schemeClr val="dk1"/>
                </a:solidFill>
                <a:latin typeface="Calibri"/>
                <a:ea typeface="Calibri"/>
                <a:cs typeface="Calibri"/>
                <a:sym typeface="Calibri"/>
              </a:rPr>
              <a:t>innovation;Epilepsy;Medical</a:t>
            </a:r>
            <a:r>
              <a:rPr lang="en-IN" sz="1600" i="0" u="none" dirty="0">
                <a:solidFill>
                  <a:schemeClr val="dk1"/>
                </a:solidFill>
                <a:latin typeface="Calibri"/>
                <a:ea typeface="Calibri"/>
                <a:cs typeface="Calibri"/>
                <a:sym typeface="Calibri"/>
              </a:rPr>
              <a:t> </a:t>
            </a:r>
            <a:r>
              <a:rPr lang="en-IN" sz="1600" i="0" u="none" dirty="0" err="1">
                <a:solidFill>
                  <a:schemeClr val="dk1"/>
                </a:solidFill>
                <a:latin typeface="Calibri"/>
                <a:ea typeface="Calibri"/>
                <a:cs typeface="Calibri"/>
                <a:sym typeface="Calibri"/>
              </a:rPr>
              <a:t>services;Software;Internet</a:t>
            </a:r>
            <a:r>
              <a:rPr lang="en-IN" sz="1600" i="0" u="none" dirty="0">
                <a:solidFill>
                  <a:schemeClr val="dk1"/>
                </a:solidFill>
                <a:latin typeface="Calibri"/>
                <a:ea typeface="Calibri"/>
                <a:cs typeface="Calibri"/>
                <a:sym typeface="Calibri"/>
              </a:rPr>
              <a:t> of </a:t>
            </a:r>
            <a:r>
              <a:rPr lang="en-IN" sz="1600" i="0" u="none" dirty="0" err="1">
                <a:solidFill>
                  <a:schemeClr val="dk1"/>
                </a:solidFill>
                <a:latin typeface="Calibri"/>
                <a:ea typeface="Calibri"/>
                <a:cs typeface="Calibri"/>
                <a:sym typeface="Calibri"/>
              </a:rPr>
              <a:t>Things;Epilepsy;IoT;Healthcare;Cloud</a:t>
            </a:r>
            <a:r>
              <a:rPr lang="en-IN" sz="1600" i="0" u="none" dirty="0">
                <a:solidFill>
                  <a:schemeClr val="dk1"/>
                </a:solidFill>
                <a:latin typeface="Calibri"/>
                <a:ea typeface="Calibri"/>
                <a:cs typeface="Calibri"/>
                <a:sym typeface="Calibri"/>
              </a:rPr>
              <a:t> </a:t>
            </a:r>
            <a:r>
              <a:rPr lang="en-IN" sz="1600" i="0" u="none" dirty="0" err="1">
                <a:solidFill>
                  <a:schemeClr val="dk1"/>
                </a:solidFill>
                <a:latin typeface="Calibri"/>
                <a:ea typeface="Calibri"/>
                <a:cs typeface="Calibri"/>
                <a:sym typeface="Calibri"/>
              </a:rPr>
              <a:t>Computing;Classification;H-IoT;Remote</a:t>
            </a:r>
            <a:r>
              <a:rPr lang="en-IN" sz="1600" i="0" u="none" dirty="0">
                <a:solidFill>
                  <a:schemeClr val="dk1"/>
                </a:solidFill>
                <a:latin typeface="Calibri"/>
                <a:ea typeface="Calibri"/>
                <a:cs typeface="Calibri"/>
                <a:sym typeface="Calibri"/>
              </a:rPr>
              <a:t> Monitoring},</a:t>
            </a:r>
          </a:p>
          <a:p>
            <a:pPr marL="0" lvl="0" indent="0" algn="just" rtl="0">
              <a:lnSpc>
                <a:spcPct val="100000"/>
              </a:lnSpc>
              <a:spcBef>
                <a:spcPts val="320"/>
              </a:spcBef>
              <a:spcAft>
                <a:spcPts val="0"/>
              </a:spcAft>
              <a:buClr>
                <a:schemeClr val="dk1"/>
              </a:buClr>
              <a:buSzPts val="1600"/>
            </a:pPr>
            <a:endParaRPr lang="en-IN" sz="1600" b="1" i="0" u="none" dirty="0">
              <a:solidFill>
                <a:schemeClr val="dk1"/>
              </a:solidFill>
              <a:latin typeface="Calibri"/>
              <a:ea typeface="Calibri"/>
              <a:cs typeface="Calibri"/>
              <a:sym typeface="Calibri"/>
            </a:endParaRPr>
          </a:p>
        </p:txBody>
      </p:sp>
      <p:sp>
        <p:nvSpPr>
          <p:cNvPr id="173" name="Google Shape;173;p25"/>
          <p:cNvSpPr txBox="1">
            <a:spLocks noGrp="1"/>
          </p:cNvSpPr>
          <p:nvPr>
            <p:ph type="ctrTitle"/>
          </p:nvPr>
        </p:nvSpPr>
        <p:spPr>
          <a:xfrm>
            <a:off x="0" y="0"/>
            <a:ext cx="9144000" cy="685800"/>
          </a:xfrm>
          <a:prstGeom prst="rect">
            <a:avLst/>
          </a:prstGeom>
          <a:gradFill>
            <a:gsLst>
              <a:gs pos="0">
                <a:srgbClr val="8EB4E3"/>
              </a:gs>
              <a:gs pos="50000">
                <a:srgbClr val="C2D1ED"/>
              </a:gs>
              <a:gs pos="100000">
                <a:srgbClr val="E1E8F5"/>
              </a:gs>
            </a:gsLst>
            <a:lin ang="5400012" scaled="0"/>
          </a:grad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2400"/>
              <a:buFont typeface="Calibri"/>
              <a:buNone/>
            </a:pPr>
            <a:r>
              <a:rPr lang="en" sz="2400" b="0" i="0" u="none">
                <a:solidFill>
                  <a:schemeClr val="dk1"/>
                </a:solidFill>
                <a:latin typeface="Calibri"/>
                <a:ea typeface="Calibri"/>
                <a:cs typeface="Calibri"/>
                <a:sym typeface="Calibri"/>
              </a:rPr>
              <a:t>References</a:t>
            </a:r>
            <a:endParaRPr/>
          </a:p>
        </p:txBody>
      </p:sp>
      <p:sp>
        <p:nvSpPr>
          <p:cNvPr id="174" name="Google Shape;174;p25"/>
          <p:cNvSpPr txBox="1"/>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75" name="Google Shape;175;p25"/>
          <p:cNvSpPr txBox="1"/>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r>
              <a:rPr lang="en" sz="1200" b="0" i="0" u="none" dirty="0">
                <a:solidFill>
                  <a:srgbClr val="898989"/>
                </a:solidFill>
                <a:latin typeface="Calibri"/>
                <a:ea typeface="Calibri"/>
                <a:cs typeface="Calibri"/>
                <a:sym typeface="Calibri"/>
              </a:rPr>
              <a:t>17</a:t>
            </a:r>
            <a:endParaRPr dirty="0"/>
          </a:p>
        </p:txBody>
      </p:sp>
      <p:sp>
        <p:nvSpPr>
          <p:cNvPr id="176" name="Google Shape;176;p25"/>
          <p:cNvSpPr txBox="1"/>
          <p:nvPr/>
        </p:nvSpPr>
        <p:spPr>
          <a:xfrm>
            <a:off x="753975" y="4767275"/>
            <a:ext cx="7175100" cy="2739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1200"/>
              <a:buFont typeface="Calibri"/>
              <a:buNone/>
            </a:pPr>
            <a:r>
              <a:rPr lang="en" sz="1200" dirty="0">
                <a:solidFill>
                  <a:srgbClr val="898989"/>
                </a:solidFill>
                <a:latin typeface="Calibri"/>
                <a:ea typeface="Calibri"/>
                <a:cs typeface="Calibri"/>
                <a:sym typeface="Calibri"/>
              </a:rPr>
              <a:t>Epilepsy Prediction and Emergency Response System</a:t>
            </a:r>
            <a:r>
              <a:rPr lang="en" sz="1200" b="0" i="0" u="none" dirty="0">
                <a:solidFill>
                  <a:srgbClr val="898989"/>
                </a:solidFill>
                <a:latin typeface="Calibri"/>
                <a:ea typeface="Calibri"/>
                <a:cs typeface="Calibri"/>
                <a:sym typeface="Calibri"/>
              </a:rPr>
              <a:t>-(</a:t>
            </a:r>
            <a:r>
              <a:rPr lang="en" sz="1200" dirty="0">
                <a:solidFill>
                  <a:srgbClr val="898989"/>
                </a:solidFill>
                <a:latin typeface="Calibri"/>
                <a:ea typeface="Calibri"/>
                <a:cs typeface="Calibri"/>
                <a:sym typeface="Calibri"/>
              </a:rPr>
              <a:t>11</a:t>
            </a:r>
            <a:r>
              <a:rPr lang="en" sz="1200" b="0" i="0" u="none" dirty="0">
                <a:solidFill>
                  <a:srgbClr val="898989"/>
                </a:solidFill>
                <a:latin typeface="Calibri"/>
                <a:ea typeface="Calibri"/>
                <a:cs typeface="Calibri"/>
                <a:sym typeface="Calibri"/>
              </a:rPr>
              <a:t>)</a:t>
            </a:r>
            <a:endParaRPr dirty="0"/>
          </a:p>
        </p:txBody>
      </p:sp>
    </p:spTree>
    <p:extLst>
      <p:ext uri="{BB962C8B-B14F-4D97-AF65-F5344CB8AC3E}">
        <p14:creationId xmlns:p14="http://schemas.microsoft.com/office/powerpoint/2010/main" val="41292717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5"/>
          <p:cNvSpPr txBox="1">
            <a:spLocks noGrp="1"/>
          </p:cNvSpPr>
          <p:nvPr>
            <p:ph type="subTitle" idx="1"/>
          </p:nvPr>
        </p:nvSpPr>
        <p:spPr>
          <a:xfrm>
            <a:off x="177800" y="857250"/>
            <a:ext cx="8763000" cy="4057800"/>
          </a:xfrm>
          <a:prstGeom prst="rect">
            <a:avLst/>
          </a:prstGeom>
          <a:noFill/>
          <a:ln>
            <a:noFill/>
          </a:ln>
        </p:spPr>
        <p:txBody>
          <a:bodyPr spcFirstLastPara="1" wrap="square" lIns="91425" tIns="45700" rIns="91425" bIns="45700" anchor="t" anchorCtr="0">
            <a:noAutofit/>
          </a:bodyPr>
          <a:lstStyle/>
          <a:p>
            <a:pPr marL="342900" lvl="0" algn="just" rtl="0">
              <a:lnSpc>
                <a:spcPct val="100000"/>
              </a:lnSpc>
              <a:spcBef>
                <a:spcPts val="320"/>
              </a:spcBef>
              <a:spcAft>
                <a:spcPts val="0"/>
              </a:spcAft>
              <a:buClr>
                <a:schemeClr val="dk1"/>
              </a:buClr>
              <a:buSzPts val="1600"/>
              <a:buFont typeface="+mj-lt"/>
              <a:buAutoNum type="arabicParenR"/>
            </a:pPr>
            <a:r>
              <a:rPr lang="en-IN" sz="1600" i="0" u="none" dirty="0">
                <a:solidFill>
                  <a:schemeClr val="dk1"/>
                </a:solidFill>
                <a:latin typeface="Calibri"/>
                <a:ea typeface="Calibri"/>
                <a:cs typeface="Calibri"/>
                <a:sym typeface="Calibri"/>
              </a:rPr>
              <a:t>I. </a:t>
            </a:r>
            <a:r>
              <a:rPr lang="en-IN" sz="1600" i="0" u="none" dirty="0" err="1">
                <a:solidFill>
                  <a:schemeClr val="dk1"/>
                </a:solidFill>
                <a:latin typeface="Calibri"/>
                <a:ea typeface="Calibri"/>
                <a:cs typeface="Calibri"/>
                <a:sym typeface="Calibri"/>
              </a:rPr>
              <a:t>Bhattacherjee</a:t>
            </a:r>
            <a:r>
              <a:rPr lang="en-IN" sz="1600" i="0" u="none" dirty="0">
                <a:solidFill>
                  <a:schemeClr val="dk1"/>
                </a:solidFill>
                <a:latin typeface="Calibri"/>
                <a:ea typeface="Calibri"/>
                <a:cs typeface="Calibri"/>
                <a:sym typeface="Calibri"/>
              </a:rPr>
              <a:t>, "A Comparative Analysis of Machine Learning Techniques for Epileptic Seizure Detection and Classification," 2022 9th International Conference on Computing for Sustainable Global Development (</a:t>
            </a:r>
            <a:r>
              <a:rPr lang="en-IN" sz="1600" i="0" u="none" dirty="0" err="1">
                <a:solidFill>
                  <a:schemeClr val="dk1"/>
                </a:solidFill>
                <a:latin typeface="Calibri"/>
                <a:ea typeface="Calibri"/>
                <a:cs typeface="Calibri"/>
                <a:sym typeface="Calibri"/>
              </a:rPr>
              <a:t>INDIACom</a:t>
            </a:r>
            <a:r>
              <a:rPr lang="en-IN" sz="1600" i="0" u="none" dirty="0">
                <a:solidFill>
                  <a:schemeClr val="dk1"/>
                </a:solidFill>
                <a:latin typeface="Calibri"/>
                <a:ea typeface="Calibri"/>
                <a:cs typeface="Calibri"/>
                <a:sym typeface="Calibri"/>
              </a:rPr>
              <a:t>), New Delhi, India, 2022, pp. 310-317, </a:t>
            </a:r>
            <a:r>
              <a:rPr lang="en-IN" sz="1600" i="0" u="none" dirty="0" err="1">
                <a:solidFill>
                  <a:schemeClr val="dk1"/>
                </a:solidFill>
                <a:latin typeface="Calibri"/>
                <a:ea typeface="Calibri"/>
                <a:cs typeface="Calibri"/>
                <a:sym typeface="Calibri"/>
              </a:rPr>
              <a:t>doi</a:t>
            </a:r>
            <a:r>
              <a:rPr lang="en-IN" sz="1600" i="0" u="none" dirty="0">
                <a:solidFill>
                  <a:schemeClr val="dk1"/>
                </a:solidFill>
                <a:latin typeface="Calibri"/>
                <a:ea typeface="Calibri"/>
                <a:cs typeface="Calibri"/>
                <a:sym typeface="Calibri"/>
              </a:rPr>
              <a:t>: 10.23919/INDIACom54597.2022.9763288. keywords: {Support vector </a:t>
            </a:r>
            <a:r>
              <a:rPr lang="en-IN" sz="1600" i="0" u="none" dirty="0" err="1">
                <a:solidFill>
                  <a:schemeClr val="dk1"/>
                </a:solidFill>
                <a:latin typeface="Calibri"/>
                <a:ea typeface="Calibri"/>
                <a:cs typeface="Calibri"/>
                <a:sym typeface="Calibri"/>
              </a:rPr>
              <a:t>machines;Wearable</a:t>
            </a:r>
            <a:r>
              <a:rPr lang="en-IN" sz="1600" i="0" u="none" dirty="0">
                <a:solidFill>
                  <a:schemeClr val="dk1"/>
                </a:solidFill>
                <a:latin typeface="Calibri"/>
                <a:ea typeface="Calibri"/>
                <a:cs typeface="Calibri"/>
                <a:sym typeface="Calibri"/>
              </a:rPr>
              <a:t> </a:t>
            </a:r>
            <a:r>
              <a:rPr lang="en-IN" sz="1600" i="0" u="none" dirty="0" err="1">
                <a:solidFill>
                  <a:schemeClr val="dk1"/>
                </a:solidFill>
                <a:latin typeface="Calibri"/>
                <a:ea typeface="Calibri"/>
                <a:cs typeface="Calibri"/>
                <a:sym typeface="Calibri"/>
              </a:rPr>
              <a:t>computers;Machine</a:t>
            </a:r>
            <a:r>
              <a:rPr lang="en-IN" sz="1600" i="0" u="none" dirty="0">
                <a:solidFill>
                  <a:schemeClr val="dk1"/>
                </a:solidFill>
                <a:latin typeface="Calibri"/>
                <a:ea typeface="Calibri"/>
                <a:cs typeface="Calibri"/>
                <a:sym typeface="Calibri"/>
              </a:rPr>
              <a:t> </a:t>
            </a:r>
            <a:r>
              <a:rPr lang="en-IN" sz="1600" i="0" u="none" dirty="0" err="1">
                <a:solidFill>
                  <a:schemeClr val="dk1"/>
                </a:solidFill>
                <a:latin typeface="Calibri"/>
                <a:ea typeface="Calibri"/>
                <a:cs typeface="Calibri"/>
                <a:sym typeface="Calibri"/>
              </a:rPr>
              <a:t>learning;Activity</a:t>
            </a:r>
            <a:r>
              <a:rPr lang="en-IN" sz="1600" i="0" u="none" dirty="0">
                <a:solidFill>
                  <a:schemeClr val="dk1"/>
                </a:solidFill>
                <a:latin typeface="Calibri"/>
                <a:ea typeface="Calibri"/>
                <a:cs typeface="Calibri"/>
                <a:sym typeface="Calibri"/>
              </a:rPr>
              <a:t> </a:t>
            </a:r>
            <a:r>
              <a:rPr lang="en-IN" sz="1600" i="0" u="none" dirty="0" err="1">
                <a:solidFill>
                  <a:schemeClr val="dk1"/>
                </a:solidFill>
                <a:latin typeface="Calibri"/>
                <a:ea typeface="Calibri"/>
                <a:cs typeface="Calibri"/>
                <a:sym typeface="Calibri"/>
              </a:rPr>
              <a:t>recognition;Feature</a:t>
            </a:r>
            <a:r>
              <a:rPr lang="en-IN" sz="1600" i="0" u="none" dirty="0">
                <a:solidFill>
                  <a:schemeClr val="dk1"/>
                </a:solidFill>
                <a:latin typeface="Calibri"/>
                <a:ea typeface="Calibri"/>
                <a:cs typeface="Calibri"/>
                <a:sym typeface="Calibri"/>
              </a:rPr>
              <a:t> </a:t>
            </a:r>
            <a:r>
              <a:rPr lang="en-IN" sz="1600" i="0" u="none" dirty="0" err="1">
                <a:solidFill>
                  <a:schemeClr val="dk1"/>
                </a:solidFill>
                <a:latin typeface="Calibri"/>
                <a:ea typeface="Calibri"/>
                <a:cs typeface="Calibri"/>
                <a:sym typeface="Calibri"/>
              </a:rPr>
              <a:t>extraction;Electroencephalography;Real-time</a:t>
            </a:r>
            <a:r>
              <a:rPr lang="en-IN" sz="1600" i="0" u="none" dirty="0">
                <a:solidFill>
                  <a:schemeClr val="dk1"/>
                </a:solidFill>
                <a:latin typeface="Calibri"/>
                <a:ea typeface="Calibri"/>
                <a:cs typeface="Calibri"/>
                <a:sym typeface="Calibri"/>
              </a:rPr>
              <a:t> </a:t>
            </a:r>
            <a:r>
              <a:rPr lang="en-IN" sz="1600" i="0" u="none" dirty="0" err="1">
                <a:solidFill>
                  <a:schemeClr val="dk1"/>
                </a:solidFill>
                <a:latin typeface="Calibri"/>
                <a:ea typeface="Calibri"/>
                <a:cs typeface="Calibri"/>
                <a:sym typeface="Calibri"/>
              </a:rPr>
              <a:t>systems;Epileptic</a:t>
            </a:r>
            <a:r>
              <a:rPr lang="en-IN" sz="1600" i="0" u="none" dirty="0">
                <a:solidFill>
                  <a:schemeClr val="dk1"/>
                </a:solidFill>
                <a:latin typeface="Calibri"/>
                <a:ea typeface="Calibri"/>
                <a:cs typeface="Calibri"/>
                <a:sym typeface="Calibri"/>
              </a:rPr>
              <a:t> seizure </a:t>
            </a:r>
            <a:r>
              <a:rPr lang="en-IN" sz="1600" i="0" u="none" dirty="0" err="1">
                <a:solidFill>
                  <a:schemeClr val="dk1"/>
                </a:solidFill>
                <a:latin typeface="Calibri"/>
                <a:ea typeface="Calibri"/>
                <a:cs typeface="Calibri"/>
                <a:sym typeface="Calibri"/>
              </a:rPr>
              <a:t>detection;classification</a:t>
            </a:r>
            <a:r>
              <a:rPr lang="en-IN" sz="1600" i="0" u="none" dirty="0">
                <a:solidFill>
                  <a:schemeClr val="dk1"/>
                </a:solidFill>
                <a:latin typeface="Calibri"/>
                <a:ea typeface="Calibri"/>
                <a:cs typeface="Calibri"/>
                <a:sym typeface="Calibri"/>
              </a:rPr>
              <a:t> of seizure </a:t>
            </a:r>
            <a:r>
              <a:rPr lang="en-IN" sz="1600" i="0" u="none" dirty="0" err="1">
                <a:solidFill>
                  <a:schemeClr val="dk1"/>
                </a:solidFill>
                <a:latin typeface="Calibri"/>
                <a:ea typeface="Calibri"/>
                <a:cs typeface="Calibri"/>
                <a:sym typeface="Calibri"/>
              </a:rPr>
              <a:t>activities;machine</a:t>
            </a:r>
            <a:r>
              <a:rPr lang="en-IN" sz="1600" i="0" u="none" dirty="0">
                <a:solidFill>
                  <a:schemeClr val="dk1"/>
                </a:solidFill>
                <a:latin typeface="Calibri"/>
                <a:ea typeface="Calibri"/>
                <a:cs typeface="Calibri"/>
                <a:sym typeface="Calibri"/>
              </a:rPr>
              <a:t> learning </a:t>
            </a:r>
            <a:r>
              <a:rPr lang="en-IN" sz="1600" i="0" u="none" dirty="0" err="1">
                <a:solidFill>
                  <a:schemeClr val="dk1"/>
                </a:solidFill>
                <a:latin typeface="Calibri"/>
                <a:ea typeface="Calibri"/>
                <a:cs typeface="Calibri"/>
                <a:sym typeface="Calibri"/>
              </a:rPr>
              <a:t>techniques;human</a:t>
            </a:r>
            <a:r>
              <a:rPr lang="en-IN" sz="1600" i="0" u="none" dirty="0">
                <a:solidFill>
                  <a:schemeClr val="dk1"/>
                </a:solidFill>
                <a:latin typeface="Calibri"/>
                <a:ea typeface="Calibri"/>
                <a:cs typeface="Calibri"/>
                <a:sym typeface="Calibri"/>
              </a:rPr>
              <a:t> activity recognition </a:t>
            </a:r>
            <a:r>
              <a:rPr lang="en-IN" sz="1600" i="0" u="none" dirty="0" err="1">
                <a:solidFill>
                  <a:schemeClr val="dk1"/>
                </a:solidFill>
                <a:latin typeface="Calibri"/>
                <a:ea typeface="Calibri"/>
                <a:cs typeface="Calibri"/>
                <a:sym typeface="Calibri"/>
              </a:rPr>
              <a:t>method;fine</a:t>
            </a:r>
            <a:r>
              <a:rPr lang="en-IN" sz="1600" i="0" u="none" dirty="0">
                <a:solidFill>
                  <a:schemeClr val="dk1"/>
                </a:solidFill>
                <a:latin typeface="Calibri"/>
                <a:ea typeface="Calibri"/>
                <a:cs typeface="Calibri"/>
                <a:sym typeface="Calibri"/>
              </a:rPr>
              <a:t> </a:t>
            </a:r>
            <a:r>
              <a:rPr lang="en-IN" sz="1600" i="0" u="none" dirty="0" err="1">
                <a:solidFill>
                  <a:schemeClr val="dk1"/>
                </a:solidFill>
                <a:latin typeface="Calibri"/>
                <a:ea typeface="Calibri"/>
                <a:cs typeface="Calibri"/>
                <a:sym typeface="Calibri"/>
              </a:rPr>
              <a:t>KNN;weighted</a:t>
            </a:r>
            <a:r>
              <a:rPr lang="en-IN" sz="1600" i="0" u="none" dirty="0">
                <a:solidFill>
                  <a:schemeClr val="dk1"/>
                </a:solidFill>
                <a:latin typeface="Calibri"/>
                <a:ea typeface="Calibri"/>
                <a:cs typeface="Calibri"/>
                <a:sym typeface="Calibri"/>
              </a:rPr>
              <a:t> </a:t>
            </a:r>
            <a:r>
              <a:rPr lang="en-IN" sz="1600" i="0" u="none" dirty="0" err="1">
                <a:solidFill>
                  <a:schemeClr val="dk1"/>
                </a:solidFill>
                <a:latin typeface="Calibri"/>
                <a:ea typeface="Calibri"/>
                <a:cs typeface="Calibri"/>
                <a:sym typeface="Calibri"/>
              </a:rPr>
              <a:t>KNN;fine</a:t>
            </a:r>
            <a:r>
              <a:rPr lang="en-IN" sz="1600" i="0" u="none" dirty="0">
                <a:solidFill>
                  <a:schemeClr val="dk1"/>
                </a:solidFill>
                <a:latin typeface="Calibri"/>
                <a:ea typeface="Calibri"/>
                <a:cs typeface="Calibri"/>
                <a:sym typeface="Calibri"/>
              </a:rPr>
              <a:t> Gaussian SVM},</a:t>
            </a:r>
          </a:p>
          <a:p>
            <a:pPr marL="342900" lvl="0" algn="just" rtl="0">
              <a:lnSpc>
                <a:spcPct val="100000"/>
              </a:lnSpc>
              <a:spcBef>
                <a:spcPts val="320"/>
              </a:spcBef>
              <a:spcAft>
                <a:spcPts val="0"/>
              </a:spcAft>
              <a:buClr>
                <a:schemeClr val="dk1"/>
              </a:buClr>
              <a:buSzPts val="1600"/>
              <a:buFont typeface="+mj-lt"/>
              <a:buAutoNum type="arabicParenR"/>
            </a:pPr>
            <a:endParaRPr lang="en-IN" sz="1600" i="0" u="none" dirty="0">
              <a:solidFill>
                <a:schemeClr val="dk1"/>
              </a:solidFill>
              <a:latin typeface="Calibri"/>
              <a:ea typeface="Calibri"/>
              <a:cs typeface="Calibri"/>
              <a:sym typeface="Calibri"/>
            </a:endParaRPr>
          </a:p>
          <a:p>
            <a:pPr marL="342900" lvl="0" algn="just" rtl="0">
              <a:lnSpc>
                <a:spcPct val="100000"/>
              </a:lnSpc>
              <a:spcBef>
                <a:spcPts val="320"/>
              </a:spcBef>
              <a:spcAft>
                <a:spcPts val="0"/>
              </a:spcAft>
              <a:buClr>
                <a:schemeClr val="dk1"/>
              </a:buClr>
              <a:buSzPts val="1600"/>
              <a:buFont typeface="+mj-lt"/>
              <a:buAutoNum type="arabicParenR"/>
            </a:pPr>
            <a:r>
              <a:rPr lang="en-IN" sz="1600" i="0" u="none" dirty="0">
                <a:solidFill>
                  <a:schemeClr val="dk1"/>
                </a:solidFill>
                <a:latin typeface="Calibri"/>
                <a:ea typeface="Calibri"/>
                <a:cs typeface="Calibri"/>
                <a:sym typeface="Calibri"/>
              </a:rPr>
              <a:t>M. </a:t>
            </a:r>
            <a:r>
              <a:rPr lang="en-IN" sz="1600" i="0" u="none" dirty="0" err="1">
                <a:solidFill>
                  <a:schemeClr val="dk1"/>
                </a:solidFill>
                <a:latin typeface="Calibri"/>
                <a:ea typeface="Calibri"/>
                <a:cs typeface="Calibri"/>
                <a:sym typeface="Calibri"/>
              </a:rPr>
              <a:t>Umme</a:t>
            </a:r>
            <a:r>
              <a:rPr lang="en-IN" sz="1600" i="0" u="none" dirty="0">
                <a:solidFill>
                  <a:schemeClr val="dk1"/>
                </a:solidFill>
                <a:latin typeface="Calibri"/>
                <a:ea typeface="Calibri"/>
                <a:cs typeface="Calibri"/>
                <a:sym typeface="Calibri"/>
              </a:rPr>
              <a:t> </a:t>
            </a:r>
            <a:r>
              <a:rPr lang="en-IN" sz="1600" i="0" u="none" dirty="0" err="1">
                <a:solidFill>
                  <a:schemeClr val="dk1"/>
                </a:solidFill>
                <a:latin typeface="Calibri"/>
                <a:ea typeface="Calibri"/>
                <a:cs typeface="Calibri"/>
                <a:sym typeface="Calibri"/>
              </a:rPr>
              <a:t>salma</a:t>
            </a:r>
            <a:r>
              <a:rPr lang="en-IN" sz="1600" i="0" u="none" dirty="0">
                <a:solidFill>
                  <a:schemeClr val="dk1"/>
                </a:solidFill>
                <a:latin typeface="Calibri"/>
                <a:ea typeface="Calibri"/>
                <a:cs typeface="Calibri"/>
                <a:sym typeface="Calibri"/>
              </a:rPr>
              <a:t> and </a:t>
            </a:r>
            <a:r>
              <a:rPr lang="en-IN" sz="1600" i="0" u="none" dirty="0" err="1">
                <a:solidFill>
                  <a:schemeClr val="dk1"/>
                </a:solidFill>
                <a:latin typeface="Calibri"/>
                <a:ea typeface="Calibri"/>
                <a:cs typeface="Calibri"/>
                <a:sym typeface="Calibri"/>
              </a:rPr>
              <a:t>Najmusseher</a:t>
            </a:r>
            <a:r>
              <a:rPr lang="en-IN" sz="1600" i="0" u="none" dirty="0">
                <a:solidFill>
                  <a:schemeClr val="dk1"/>
                </a:solidFill>
                <a:latin typeface="Calibri"/>
                <a:ea typeface="Calibri"/>
                <a:cs typeface="Calibri"/>
                <a:sym typeface="Calibri"/>
              </a:rPr>
              <a:t>, "Classification Algorithms Used In The Study of EEG-Based Epileptic Seizure Detection," 2021 2nd International Conference on Smart Electronics and Communication (ICOSEC), Trichy, India, 2021, pp. 1518-1521, </a:t>
            </a:r>
            <a:r>
              <a:rPr lang="en-IN" sz="1600" i="0" u="none" dirty="0" err="1">
                <a:solidFill>
                  <a:schemeClr val="dk1"/>
                </a:solidFill>
                <a:latin typeface="Calibri"/>
                <a:ea typeface="Calibri"/>
                <a:cs typeface="Calibri"/>
                <a:sym typeface="Calibri"/>
              </a:rPr>
              <a:t>doi</a:t>
            </a:r>
            <a:r>
              <a:rPr lang="en-IN" sz="1600" i="0" u="none" dirty="0">
                <a:solidFill>
                  <a:schemeClr val="dk1"/>
                </a:solidFill>
                <a:latin typeface="Calibri"/>
                <a:ea typeface="Calibri"/>
                <a:cs typeface="Calibri"/>
                <a:sym typeface="Calibri"/>
              </a:rPr>
              <a:t>: 10.1109/ICOSEC51865.2021.9591824. keywords: {</a:t>
            </a:r>
            <a:r>
              <a:rPr lang="en-IN" sz="1600" i="0" u="none" dirty="0" err="1">
                <a:solidFill>
                  <a:schemeClr val="dk1"/>
                </a:solidFill>
                <a:latin typeface="Calibri"/>
                <a:ea typeface="Calibri"/>
                <a:cs typeface="Calibri"/>
                <a:sym typeface="Calibri"/>
              </a:rPr>
              <a:t>Sociology;Epilepsy;Support</a:t>
            </a:r>
            <a:r>
              <a:rPr lang="en-IN" sz="1600" i="0" u="none" dirty="0">
                <a:solidFill>
                  <a:schemeClr val="dk1"/>
                </a:solidFill>
                <a:latin typeface="Calibri"/>
                <a:ea typeface="Calibri"/>
                <a:cs typeface="Calibri"/>
                <a:sym typeface="Calibri"/>
              </a:rPr>
              <a:t> vector machine </a:t>
            </a:r>
            <a:r>
              <a:rPr lang="en-IN" sz="1600" i="0" u="none" dirty="0" err="1">
                <a:solidFill>
                  <a:schemeClr val="dk1"/>
                </a:solidFill>
                <a:latin typeface="Calibri"/>
                <a:ea typeface="Calibri"/>
                <a:cs typeface="Calibri"/>
                <a:sym typeface="Calibri"/>
              </a:rPr>
              <a:t>classification;Electroencephalography;Classification</a:t>
            </a:r>
            <a:r>
              <a:rPr lang="en-IN" sz="1600" i="0" u="none" dirty="0">
                <a:solidFill>
                  <a:schemeClr val="dk1"/>
                </a:solidFill>
                <a:latin typeface="Calibri"/>
                <a:ea typeface="Calibri"/>
                <a:cs typeface="Calibri"/>
                <a:sym typeface="Calibri"/>
              </a:rPr>
              <a:t> </a:t>
            </a:r>
            <a:r>
              <a:rPr lang="en-IN" sz="1600" i="0" u="none" dirty="0" err="1">
                <a:solidFill>
                  <a:schemeClr val="dk1"/>
                </a:solidFill>
                <a:latin typeface="Calibri"/>
                <a:ea typeface="Calibri"/>
                <a:cs typeface="Calibri"/>
                <a:sym typeface="Calibri"/>
              </a:rPr>
              <a:t>algorithms;Naive</a:t>
            </a:r>
            <a:r>
              <a:rPr lang="en-IN" sz="1600" i="0" u="none" dirty="0">
                <a:solidFill>
                  <a:schemeClr val="dk1"/>
                </a:solidFill>
                <a:latin typeface="Calibri"/>
                <a:ea typeface="Calibri"/>
                <a:cs typeface="Calibri"/>
                <a:sym typeface="Calibri"/>
              </a:rPr>
              <a:t> Bayes </a:t>
            </a:r>
            <a:r>
              <a:rPr lang="en-IN" sz="1600" i="0" u="none" dirty="0" err="1">
                <a:solidFill>
                  <a:schemeClr val="dk1"/>
                </a:solidFill>
                <a:latin typeface="Calibri"/>
                <a:ea typeface="Calibri"/>
                <a:cs typeface="Calibri"/>
                <a:sym typeface="Calibri"/>
              </a:rPr>
              <a:t>methods;Statistics;EEG;Epileptic</a:t>
            </a:r>
            <a:r>
              <a:rPr lang="en-IN" sz="1600" i="0" u="none" dirty="0">
                <a:solidFill>
                  <a:schemeClr val="dk1"/>
                </a:solidFill>
                <a:latin typeface="Calibri"/>
                <a:ea typeface="Calibri"/>
                <a:cs typeface="Calibri"/>
                <a:sym typeface="Calibri"/>
              </a:rPr>
              <a:t> </a:t>
            </a:r>
            <a:r>
              <a:rPr lang="en-IN" sz="1600" i="0" u="none" dirty="0" err="1">
                <a:solidFill>
                  <a:schemeClr val="dk1"/>
                </a:solidFill>
                <a:latin typeface="Calibri"/>
                <a:ea typeface="Calibri"/>
                <a:cs typeface="Calibri"/>
                <a:sym typeface="Calibri"/>
              </a:rPr>
              <a:t>Seizures;Classification;SVM;XGBOOST;Linear</a:t>
            </a:r>
            <a:r>
              <a:rPr lang="en-IN" sz="1600" i="0" u="none" dirty="0">
                <a:solidFill>
                  <a:schemeClr val="dk1"/>
                </a:solidFill>
                <a:latin typeface="Calibri"/>
                <a:ea typeface="Calibri"/>
                <a:cs typeface="Calibri"/>
                <a:sym typeface="Calibri"/>
              </a:rPr>
              <a:t> Discriminant </a:t>
            </a:r>
            <a:r>
              <a:rPr lang="en-IN" sz="1600" i="0" u="none" dirty="0" err="1">
                <a:solidFill>
                  <a:schemeClr val="dk1"/>
                </a:solidFill>
                <a:latin typeface="Calibri"/>
                <a:ea typeface="Calibri"/>
                <a:cs typeface="Calibri"/>
                <a:sym typeface="Calibri"/>
              </a:rPr>
              <a:t>Analysis;kNN;Decision</a:t>
            </a:r>
            <a:r>
              <a:rPr lang="en-IN" sz="1600" i="0" u="none" dirty="0">
                <a:solidFill>
                  <a:schemeClr val="dk1"/>
                </a:solidFill>
                <a:latin typeface="Calibri"/>
                <a:ea typeface="Calibri"/>
                <a:cs typeface="Calibri"/>
                <a:sym typeface="Calibri"/>
              </a:rPr>
              <a:t> Tree Classifier},</a:t>
            </a:r>
          </a:p>
          <a:p>
            <a:pPr marL="342900" lvl="0" indent="-342900" algn="just" rtl="0">
              <a:lnSpc>
                <a:spcPct val="100000"/>
              </a:lnSpc>
              <a:spcBef>
                <a:spcPts val="320"/>
              </a:spcBef>
              <a:spcAft>
                <a:spcPts val="0"/>
              </a:spcAft>
              <a:buClr>
                <a:schemeClr val="dk1"/>
              </a:buClr>
              <a:buSzPts val="1600"/>
              <a:buFont typeface="Calibri"/>
              <a:buAutoNum type="arabicParenR"/>
            </a:pPr>
            <a:endParaRPr lang="en-IN" sz="1600" i="0" u="none" dirty="0">
              <a:solidFill>
                <a:schemeClr val="dk1"/>
              </a:solidFill>
              <a:latin typeface="Calibri"/>
              <a:ea typeface="Calibri"/>
              <a:cs typeface="Calibri"/>
              <a:sym typeface="Calibri"/>
            </a:endParaRPr>
          </a:p>
          <a:p>
            <a:pPr marL="342900" lvl="0" indent="-342900" algn="just" rtl="0">
              <a:lnSpc>
                <a:spcPct val="100000"/>
              </a:lnSpc>
              <a:spcBef>
                <a:spcPts val="320"/>
              </a:spcBef>
              <a:spcAft>
                <a:spcPts val="0"/>
              </a:spcAft>
              <a:buClr>
                <a:schemeClr val="dk1"/>
              </a:buClr>
              <a:buSzPts val="1600"/>
              <a:buFont typeface="Calibri"/>
              <a:buAutoNum type="arabicParenR"/>
            </a:pPr>
            <a:endParaRPr lang="en-IN" sz="1600" i="0" u="none" dirty="0">
              <a:solidFill>
                <a:schemeClr val="dk1"/>
              </a:solidFill>
              <a:latin typeface="Calibri"/>
              <a:ea typeface="Calibri"/>
              <a:cs typeface="Calibri"/>
              <a:sym typeface="Calibri"/>
            </a:endParaRPr>
          </a:p>
          <a:p>
            <a:pPr marL="0" lvl="0" indent="0" algn="just" rtl="0">
              <a:lnSpc>
                <a:spcPct val="100000"/>
              </a:lnSpc>
              <a:spcBef>
                <a:spcPts val="320"/>
              </a:spcBef>
              <a:spcAft>
                <a:spcPts val="0"/>
              </a:spcAft>
              <a:buClr>
                <a:schemeClr val="dk1"/>
              </a:buClr>
              <a:buSzPts val="1600"/>
            </a:pPr>
            <a:endParaRPr lang="en-IN" sz="1600" b="1" i="0" u="none" dirty="0">
              <a:solidFill>
                <a:schemeClr val="dk1"/>
              </a:solidFill>
              <a:latin typeface="Calibri"/>
              <a:ea typeface="Calibri"/>
              <a:cs typeface="Calibri"/>
              <a:sym typeface="Calibri"/>
            </a:endParaRPr>
          </a:p>
        </p:txBody>
      </p:sp>
      <p:sp>
        <p:nvSpPr>
          <p:cNvPr id="173" name="Google Shape;173;p25"/>
          <p:cNvSpPr txBox="1">
            <a:spLocks noGrp="1"/>
          </p:cNvSpPr>
          <p:nvPr>
            <p:ph type="ctrTitle"/>
          </p:nvPr>
        </p:nvSpPr>
        <p:spPr>
          <a:xfrm>
            <a:off x="0" y="0"/>
            <a:ext cx="9144000" cy="685800"/>
          </a:xfrm>
          <a:prstGeom prst="rect">
            <a:avLst/>
          </a:prstGeom>
          <a:gradFill>
            <a:gsLst>
              <a:gs pos="0">
                <a:srgbClr val="8EB4E3"/>
              </a:gs>
              <a:gs pos="50000">
                <a:srgbClr val="C2D1ED"/>
              </a:gs>
              <a:gs pos="100000">
                <a:srgbClr val="E1E8F5"/>
              </a:gs>
            </a:gsLst>
            <a:lin ang="5400012" scaled="0"/>
          </a:grad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2400"/>
              <a:buFont typeface="Calibri"/>
              <a:buNone/>
            </a:pPr>
            <a:r>
              <a:rPr lang="en" sz="2400" b="0" i="0" u="none">
                <a:solidFill>
                  <a:schemeClr val="dk1"/>
                </a:solidFill>
                <a:latin typeface="Calibri"/>
                <a:ea typeface="Calibri"/>
                <a:cs typeface="Calibri"/>
                <a:sym typeface="Calibri"/>
              </a:rPr>
              <a:t>References</a:t>
            </a:r>
            <a:endParaRPr/>
          </a:p>
        </p:txBody>
      </p:sp>
      <p:sp>
        <p:nvSpPr>
          <p:cNvPr id="174" name="Google Shape;174;p25"/>
          <p:cNvSpPr txBox="1"/>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75" name="Google Shape;175;p25"/>
          <p:cNvSpPr txBox="1"/>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r>
              <a:rPr lang="en" sz="1200" b="0" i="0" u="none" dirty="0">
                <a:solidFill>
                  <a:srgbClr val="898989"/>
                </a:solidFill>
                <a:latin typeface="Calibri"/>
                <a:ea typeface="Calibri"/>
                <a:cs typeface="Calibri"/>
                <a:sym typeface="Calibri"/>
              </a:rPr>
              <a:t>18</a:t>
            </a:r>
            <a:endParaRPr dirty="0"/>
          </a:p>
        </p:txBody>
      </p:sp>
      <p:sp>
        <p:nvSpPr>
          <p:cNvPr id="176" name="Google Shape;176;p25"/>
          <p:cNvSpPr txBox="1"/>
          <p:nvPr/>
        </p:nvSpPr>
        <p:spPr>
          <a:xfrm>
            <a:off x="753975" y="4767275"/>
            <a:ext cx="7175100" cy="2739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1200"/>
              <a:buFont typeface="Calibri"/>
              <a:buNone/>
            </a:pPr>
            <a:r>
              <a:rPr lang="en" sz="1200" dirty="0">
                <a:solidFill>
                  <a:srgbClr val="898989"/>
                </a:solidFill>
                <a:latin typeface="Calibri"/>
                <a:ea typeface="Calibri"/>
                <a:cs typeface="Calibri"/>
                <a:sym typeface="Calibri"/>
              </a:rPr>
              <a:t>Epilepsy Prediction and Emergency Response System</a:t>
            </a:r>
            <a:r>
              <a:rPr lang="en" sz="1200" b="0" i="0" u="none" dirty="0">
                <a:solidFill>
                  <a:srgbClr val="898989"/>
                </a:solidFill>
                <a:latin typeface="Calibri"/>
                <a:ea typeface="Calibri"/>
                <a:cs typeface="Calibri"/>
                <a:sym typeface="Calibri"/>
              </a:rPr>
              <a:t>-(</a:t>
            </a:r>
            <a:r>
              <a:rPr lang="en" sz="1200" dirty="0">
                <a:solidFill>
                  <a:srgbClr val="898989"/>
                </a:solidFill>
                <a:latin typeface="Calibri"/>
                <a:ea typeface="Calibri"/>
                <a:cs typeface="Calibri"/>
                <a:sym typeface="Calibri"/>
              </a:rPr>
              <a:t>11</a:t>
            </a:r>
            <a:r>
              <a:rPr lang="en" sz="1200" b="0" i="0" u="none" dirty="0">
                <a:solidFill>
                  <a:srgbClr val="898989"/>
                </a:solidFill>
                <a:latin typeface="Calibri"/>
                <a:ea typeface="Calibri"/>
                <a:cs typeface="Calibri"/>
                <a:sym typeface="Calibri"/>
              </a:rPr>
              <a:t>)</a:t>
            </a:r>
            <a:endParaRPr dirty="0"/>
          </a:p>
        </p:txBody>
      </p:sp>
    </p:spTree>
    <p:extLst>
      <p:ext uri="{BB962C8B-B14F-4D97-AF65-F5344CB8AC3E}">
        <p14:creationId xmlns:p14="http://schemas.microsoft.com/office/powerpoint/2010/main" val="36664997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26"/>
          <p:cNvSpPr txBox="1">
            <a:spLocks noGrp="1"/>
          </p:cNvSpPr>
          <p:nvPr>
            <p:ph type="subTitle" idx="1"/>
          </p:nvPr>
        </p:nvSpPr>
        <p:spPr>
          <a:xfrm>
            <a:off x="177800" y="857250"/>
            <a:ext cx="8763000" cy="4057800"/>
          </a:xfrm>
          <a:prstGeom prst="rect">
            <a:avLst/>
          </a:prstGeom>
          <a:noFill/>
          <a:ln>
            <a:noFill/>
          </a:ln>
        </p:spPr>
        <p:txBody>
          <a:bodyPr spcFirstLastPara="1" wrap="square" lIns="91425" tIns="45700" rIns="91425" bIns="45700" anchor="t" anchorCtr="0">
            <a:noAutofit/>
          </a:bodyPr>
          <a:lstStyle/>
          <a:p>
            <a:pPr marL="342900" lvl="0" indent="-342900" algn="just" rtl="0">
              <a:lnSpc>
                <a:spcPct val="150000"/>
              </a:lnSpc>
              <a:spcBef>
                <a:spcPts val="0"/>
              </a:spcBef>
              <a:spcAft>
                <a:spcPts val="0"/>
              </a:spcAft>
              <a:buClr>
                <a:srgbClr val="888888"/>
              </a:buClr>
              <a:buSzPts val="4000"/>
              <a:buNone/>
            </a:pPr>
            <a:endParaRPr sz="4000" b="1" i="0" u="none">
              <a:solidFill>
                <a:schemeClr val="dk1"/>
              </a:solidFill>
              <a:latin typeface="Calibri"/>
              <a:ea typeface="Calibri"/>
              <a:cs typeface="Calibri"/>
              <a:sym typeface="Calibri"/>
            </a:endParaRPr>
          </a:p>
          <a:p>
            <a:pPr marL="342900" lvl="0" indent="-342900" algn="just" rtl="0">
              <a:lnSpc>
                <a:spcPct val="150000"/>
              </a:lnSpc>
              <a:spcBef>
                <a:spcPts val="800"/>
              </a:spcBef>
              <a:spcAft>
                <a:spcPts val="0"/>
              </a:spcAft>
              <a:buClr>
                <a:srgbClr val="888888"/>
              </a:buClr>
              <a:buSzPts val="4000"/>
              <a:buNone/>
            </a:pPr>
            <a:endParaRPr sz="4000" b="1" i="0" u="none">
              <a:solidFill>
                <a:schemeClr val="dk1"/>
              </a:solidFill>
              <a:latin typeface="Calibri"/>
              <a:ea typeface="Calibri"/>
              <a:cs typeface="Calibri"/>
              <a:sym typeface="Calibri"/>
            </a:endParaRPr>
          </a:p>
          <a:p>
            <a:pPr marL="342900" lvl="0" indent="-342900" algn="ctr" rtl="0">
              <a:lnSpc>
                <a:spcPct val="150000"/>
              </a:lnSpc>
              <a:spcBef>
                <a:spcPts val="800"/>
              </a:spcBef>
              <a:spcAft>
                <a:spcPts val="0"/>
              </a:spcAft>
              <a:buClr>
                <a:schemeClr val="dk1"/>
              </a:buClr>
              <a:buSzPts val="4000"/>
              <a:buNone/>
            </a:pPr>
            <a:r>
              <a:rPr lang="en" sz="4000" b="1" i="0" u="none">
                <a:solidFill>
                  <a:schemeClr val="dk1"/>
                </a:solidFill>
                <a:latin typeface="Calibri"/>
                <a:ea typeface="Calibri"/>
                <a:cs typeface="Calibri"/>
                <a:sym typeface="Calibri"/>
              </a:rPr>
              <a:t>Thank You…….</a:t>
            </a:r>
            <a:endParaRPr/>
          </a:p>
        </p:txBody>
      </p:sp>
      <p:sp>
        <p:nvSpPr>
          <p:cNvPr id="182" name="Google Shape;182;p26"/>
          <p:cNvSpPr txBox="1">
            <a:spLocks noGrp="1"/>
          </p:cNvSpPr>
          <p:nvPr>
            <p:ph type="ctrTitle"/>
          </p:nvPr>
        </p:nvSpPr>
        <p:spPr>
          <a:xfrm>
            <a:off x="-50" y="0"/>
            <a:ext cx="9144000" cy="685800"/>
          </a:xfrm>
          <a:prstGeom prst="rect">
            <a:avLst/>
          </a:prstGeom>
          <a:gradFill>
            <a:gsLst>
              <a:gs pos="0">
                <a:srgbClr val="8EB4E3"/>
              </a:gs>
              <a:gs pos="50000">
                <a:srgbClr val="C2D1ED"/>
              </a:gs>
              <a:gs pos="100000">
                <a:srgbClr val="E1E8F5"/>
              </a:gs>
            </a:gsLst>
            <a:lin ang="5400012" scaled="0"/>
          </a:grad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 sz="4400">
                <a:latin typeface="Calibri"/>
                <a:ea typeface="Calibri"/>
                <a:cs typeface="Calibri"/>
                <a:sym typeface="Calibri"/>
              </a:rPr>
              <a:t>    </a:t>
            </a:r>
            <a:endParaRPr sz="4400">
              <a:solidFill>
                <a:schemeClr val="dk1"/>
              </a:solidFill>
              <a:latin typeface="Calibri"/>
              <a:ea typeface="Calibri"/>
              <a:cs typeface="Calibri"/>
              <a:sym typeface="Calibri"/>
            </a:endParaRPr>
          </a:p>
        </p:txBody>
      </p:sp>
      <p:sp>
        <p:nvSpPr>
          <p:cNvPr id="183" name="Google Shape;183;p26"/>
          <p:cNvSpPr txBox="1"/>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84" name="Google Shape;184;p26"/>
          <p:cNvSpPr txBox="1"/>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r>
              <a:rPr lang="en" sz="1200" b="0" i="0" u="none" dirty="0">
                <a:solidFill>
                  <a:srgbClr val="898989"/>
                </a:solidFill>
                <a:latin typeface="Calibri"/>
                <a:ea typeface="Calibri"/>
                <a:cs typeface="Calibri"/>
                <a:sym typeface="Calibri"/>
              </a:rPr>
              <a:t>19</a:t>
            </a:r>
            <a:endParaRPr dirty="0"/>
          </a:p>
        </p:txBody>
      </p:sp>
      <p:sp>
        <p:nvSpPr>
          <p:cNvPr id="185" name="Google Shape;185;p26"/>
          <p:cNvSpPr txBox="1"/>
          <p:nvPr/>
        </p:nvSpPr>
        <p:spPr>
          <a:xfrm>
            <a:off x="753975" y="4767275"/>
            <a:ext cx="7175100" cy="2739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1200"/>
              <a:buFont typeface="Calibri"/>
              <a:buNone/>
            </a:pPr>
            <a:r>
              <a:rPr lang="en" sz="1200" dirty="0">
                <a:solidFill>
                  <a:srgbClr val="898989"/>
                </a:solidFill>
                <a:latin typeface="Calibri"/>
                <a:ea typeface="Calibri"/>
                <a:cs typeface="Calibri"/>
                <a:sym typeface="Calibri"/>
              </a:rPr>
              <a:t>Epilepsy Prediction  and Emergency Response System</a:t>
            </a:r>
            <a:r>
              <a:rPr lang="en" sz="1200" b="0" i="0" u="none" dirty="0">
                <a:solidFill>
                  <a:srgbClr val="898989"/>
                </a:solidFill>
                <a:latin typeface="Calibri"/>
                <a:ea typeface="Calibri"/>
                <a:cs typeface="Calibri"/>
                <a:sym typeface="Calibri"/>
              </a:rPr>
              <a:t>-(</a:t>
            </a:r>
            <a:r>
              <a:rPr lang="en" sz="1200" dirty="0">
                <a:solidFill>
                  <a:srgbClr val="898989"/>
                </a:solidFill>
                <a:latin typeface="Calibri"/>
                <a:ea typeface="Calibri"/>
                <a:cs typeface="Calibri"/>
                <a:sym typeface="Calibri"/>
              </a:rPr>
              <a:t>11</a:t>
            </a:r>
            <a:r>
              <a:rPr lang="en" sz="1200" b="0" i="0" u="none" dirty="0">
                <a:solidFill>
                  <a:srgbClr val="898989"/>
                </a:solidFill>
                <a:latin typeface="Calibri"/>
                <a:ea typeface="Calibri"/>
                <a:cs typeface="Calibri"/>
                <a:sym typeface="Calibri"/>
              </a:rPr>
              <a:t>)</a:t>
            </a:r>
            <a:endParaRPr dirty="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514</TotalTime>
  <Words>2321</Words>
  <Application>Microsoft Office PowerPoint</Application>
  <PresentationFormat>On-screen Show (16:9)</PresentationFormat>
  <Paragraphs>290</Paragraphs>
  <Slides>26</Slides>
  <Notes>26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-apple-system</vt:lpstr>
      <vt:lpstr>Arial</vt:lpstr>
      <vt:lpstr>Calibri</vt:lpstr>
      <vt:lpstr>Times New Roman</vt:lpstr>
      <vt:lpstr>Simple Light</vt:lpstr>
      <vt:lpstr>PowerPoint Presentation</vt:lpstr>
      <vt:lpstr>Contents</vt:lpstr>
      <vt:lpstr> Abstract</vt:lpstr>
      <vt:lpstr> Introduction</vt:lpstr>
      <vt:lpstr> Introduction</vt:lpstr>
      <vt:lpstr>Problem Definition </vt:lpstr>
      <vt:lpstr>Aim and Objectives</vt:lpstr>
      <vt:lpstr>Literature Review</vt:lpstr>
      <vt:lpstr>Literature Review</vt:lpstr>
      <vt:lpstr>Patent Search</vt:lpstr>
      <vt:lpstr>Research Gap</vt:lpstr>
      <vt:lpstr>Research Gap</vt:lpstr>
      <vt:lpstr>Hardware/Software Requirement</vt:lpstr>
      <vt:lpstr>Hardware/Software Requirement</vt:lpstr>
      <vt:lpstr>Proposed methodology</vt:lpstr>
      <vt:lpstr>Proposed methodology</vt:lpstr>
      <vt:lpstr>Experimental Research</vt:lpstr>
      <vt:lpstr>Experimental Research</vt:lpstr>
      <vt:lpstr>Experimental Research</vt:lpstr>
      <vt:lpstr>Experimental Research</vt:lpstr>
      <vt:lpstr>Experimental Research</vt:lpstr>
      <vt:lpstr>Plan of Action</vt:lpstr>
      <vt:lpstr>Conclusion and Future Scope</vt:lpstr>
      <vt:lpstr>References</vt:lpstr>
      <vt:lpstr>References</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kartik nagrale</dc:creator>
  <cp:lastModifiedBy>Hariom Balang</cp:lastModifiedBy>
  <cp:revision>8</cp:revision>
  <dcterms:modified xsi:type="dcterms:W3CDTF">2025-01-17T12:26:22Z</dcterms:modified>
</cp:coreProperties>
</file>